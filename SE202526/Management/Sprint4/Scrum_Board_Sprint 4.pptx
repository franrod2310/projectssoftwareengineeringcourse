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71" r:id="rId4"/>
    <p:sldId id="278" r:id="rId5"/>
    <p:sldId id="279" r:id="rId6"/>
    <p:sldId id="280" r:id="rId7"/>
    <p:sldId id="281" r:id="rId8"/>
    <p:sldId id="263" r:id="rId9"/>
  </p:sldIdLst>
  <p:sldSz cx="21599525" cy="107997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02">
          <p15:clr>
            <a:srgbClr val="747775"/>
          </p15:clr>
        </p15:guide>
        <p15:guide id="2" pos="680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AD3"/>
    <a:srgbClr val="D0E0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EEFC6-9EA4-4517-B1F5-B4D7CDDF9AAF}" v="18" dt="2025-11-13T16:40:41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3" d="100"/>
          <a:sy n="83" d="100"/>
        </p:scale>
        <p:origin x="-168" y="-579"/>
      </p:cViewPr>
      <p:guideLst>
        <p:guide orient="horz" pos="3402"/>
        <p:guide pos="68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Rosalino" userId="142876607cca7130" providerId="LiveId" clId="{241F22B6-51C7-4BD9-87DD-DF73D06C2F54}"/>
    <pc:docChg chg="undo custSel addSld delSld modSld sldOrd">
      <pc:chgData name="Miguel Rosalino" userId="142876607cca7130" providerId="LiveId" clId="{241F22B6-51C7-4BD9-87DD-DF73D06C2F54}" dt="2025-11-13T16:40:41.329" v="501"/>
      <pc:docMkLst>
        <pc:docMk/>
      </pc:docMkLst>
      <pc:sldChg chg="modSp mod">
        <pc:chgData name="Miguel Rosalino" userId="142876607cca7130" providerId="LiveId" clId="{241F22B6-51C7-4BD9-87DD-DF73D06C2F54}" dt="2025-11-03T20:21:02.420" v="235" actId="20577"/>
        <pc:sldMkLst>
          <pc:docMk/>
          <pc:sldMk cId="0" sldId="263"/>
        </pc:sldMkLst>
        <pc:spChg chg="mod">
          <ac:chgData name="Miguel Rosalino" userId="142876607cca7130" providerId="LiveId" clId="{241F22B6-51C7-4BD9-87DD-DF73D06C2F54}" dt="2025-11-03T20:21:02.420" v="235" actId="20577"/>
          <ac:spMkLst>
            <pc:docMk/>
            <pc:sldMk cId="0" sldId="263"/>
            <ac:spMk id="222" creationId="{00000000-0000-0000-0000-000000000000}"/>
          </ac:spMkLst>
        </pc:spChg>
      </pc:sldChg>
      <pc:sldChg chg="addSp delSp modSp mod ord">
        <pc:chgData name="Miguel Rosalino" userId="142876607cca7130" providerId="LiveId" clId="{241F22B6-51C7-4BD9-87DD-DF73D06C2F54}" dt="2025-11-13T16:40:34.189" v="497" actId="20577"/>
        <pc:sldMkLst>
          <pc:docMk/>
          <pc:sldMk cId="2952492342" sldId="271"/>
        </pc:sldMkLst>
        <pc:spChg chg="mod">
          <ac:chgData name="Miguel Rosalino" userId="142876607cca7130" providerId="LiveId" clId="{241F22B6-51C7-4BD9-87DD-DF73D06C2F54}" dt="2025-11-13T16:40:34.189" v="497" actId="20577"/>
          <ac:spMkLst>
            <pc:docMk/>
            <pc:sldMk cId="2952492342" sldId="271"/>
            <ac:spMk id="5" creationId="{8098C960-FCB1-E6C9-566A-1DB5525C240C}"/>
          </ac:spMkLst>
        </pc:spChg>
        <pc:spChg chg="mod">
          <ac:chgData name="Miguel Rosalino" userId="142876607cca7130" providerId="LiveId" clId="{241F22B6-51C7-4BD9-87DD-DF73D06C2F54}" dt="2025-11-07T10:29:09.854" v="390" actId="1038"/>
          <ac:spMkLst>
            <pc:docMk/>
            <pc:sldMk cId="2952492342" sldId="271"/>
            <ac:spMk id="7" creationId="{4F7D583C-A2C8-DD42-D239-3D883247C0EA}"/>
          </ac:spMkLst>
        </pc:spChg>
        <pc:spChg chg="mod">
          <ac:chgData name="Miguel Rosalino" userId="142876607cca7130" providerId="LiveId" clId="{241F22B6-51C7-4BD9-87DD-DF73D06C2F54}" dt="2025-11-07T10:29:09.854" v="390" actId="1038"/>
          <ac:spMkLst>
            <pc:docMk/>
            <pc:sldMk cId="2952492342" sldId="271"/>
            <ac:spMk id="9" creationId="{5B61E9F2-9E12-E52B-3343-BE899E701A1F}"/>
          </ac:spMkLst>
        </pc:spChg>
        <pc:spChg chg="mod">
          <ac:chgData name="Miguel Rosalino" userId="142876607cca7130" providerId="LiveId" clId="{241F22B6-51C7-4BD9-87DD-DF73D06C2F54}" dt="2025-11-07T10:29:09.854" v="390" actId="1038"/>
          <ac:spMkLst>
            <pc:docMk/>
            <pc:sldMk cId="2952492342" sldId="271"/>
            <ac:spMk id="12" creationId="{909A9D16-5F73-8C63-470F-DCCD77FC0C03}"/>
          </ac:spMkLst>
        </pc:spChg>
      </pc:sldChg>
      <pc:sldChg chg="modSp add mod">
        <pc:chgData name="Miguel Rosalino" userId="142876607cca7130" providerId="LiveId" clId="{241F22B6-51C7-4BD9-87DD-DF73D06C2F54}" dt="2025-11-13T16:40:36.527" v="498"/>
        <pc:sldMkLst>
          <pc:docMk/>
          <pc:sldMk cId="3509663994" sldId="278"/>
        </pc:sldMkLst>
        <pc:spChg chg="mod">
          <ac:chgData name="Miguel Rosalino" userId="142876607cca7130" providerId="LiveId" clId="{241F22B6-51C7-4BD9-87DD-DF73D06C2F54}" dt="2025-11-13T16:40:36.527" v="498"/>
          <ac:spMkLst>
            <pc:docMk/>
            <pc:sldMk cId="3509663994" sldId="278"/>
            <ac:spMk id="5" creationId="{5327C702-86DE-3004-6F1D-A1BC4FB06891}"/>
          </ac:spMkLst>
        </pc:spChg>
        <pc:spChg chg="mod">
          <ac:chgData name="Miguel Rosalino" userId="142876607cca7130" providerId="LiveId" clId="{241F22B6-51C7-4BD9-87DD-DF73D06C2F54}" dt="2025-11-07T10:29:25.083" v="449" actId="1037"/>
          <ac:spMkLst>
            <pc:docMk/>
            <pc:sldMk cId="3509663994" sldId="278"/>
            <ac:spMk id="7" creationId="{4D681BB4-8CC3-8F4D-3065-5EC98E6AF554}"/>
          </ac:spMkLst>
        </pc:spChg>
        <pc:spChg chg="mod">
          <ac:chgData name="Miguel Rosalino" userId="142876607cca7130" providerId="LiveId" clId="{241F22B6-51C7-4BD9-87DD-DF73D06C2F54}" dt="2025-11-07T10:29:25.083" v="449" actId="1037"/>
          <ac:spMkLst>
            <pc:docMk/>
            <pc:sldMk cId="3509663994" sldId="278"/>
            <ac:spMk id="9" creationId="{5D95AA2A-3D13-C0FB-9D91-F8EBB7F65FE3}"/>
          </ac:spMkLst>
        </pc:spChg>
        <pc:spChg chg="mod">
          <ac:chgData name="Miguel Rosalino" userId="142876607cca7130" providerId="LiveId" clId="{241F22B6-51C7-4BD9-87DD-DF73D06C2F54}" dt="2025-11-07T10:29:25.083" v="449" actId="1037"/>
          <ac:spMkLst>
            <pc:docMk/>
            <pc:sldMk cId="3509663994" sldId="278"/>
            <ac:spMk id="12" creationId="{83228BA5-9D9A-374F-CBC0-749D6A8F5BCB}"/>
          </ac:spMkLst>
        </pc:spChg>
      </pc:sldChg>
      <pc:sldChg chg="modSp add">
        <pc:chgData name="Miguel Rosalino" userId="142876607cca7130" providerId="LiveId" clId="{241F22B6-51C7-4BD9-87DD-DF73D06C2F54}" dt="2025-11-13T16:40:38.188" v="499"/>
        <pc:sldMkLst>
          <pc:docMk/>
          <pc:sldMk cId="643236768" sldId="279"/>
        </pc:sldMkLst>
        <pc:spChg chg="mod">
          <ac:chgData name="Miguel Rosalino" userId="142876607cca7130" providerId="LiveId" clId="{241F22B6-51C7-4BD9-87DD-DF73D06C2F54}" dt="2025-11-13T16:40:38.188" v="499"/>
          <ac:spMkLst>
            <pc:docMk/>
            <pc:sldMk cId="643236768" sldId="279"/>
            <ac:spMk id="5" creationId="{D68EAF27-6D27-56AD-6C31-A4E6115854AD}"/>
          </ac:spMkLst>
        </pc:spChg>
      </pc:sldChg>
      <pc:sldChg chg="modSp add mod">
        <pc:chgData name="Miguel Rosalino" userId="142876607cca7130" providerId="LiveId" clId="{241F22B6-51C7-4BD9-87DD-DF73D06C2F54}" dt="2025-11-13T16:40:39.803" v="500"/>
        <pc:sldMkLst>
          <pc:docMk/>
          <pc:sldMk cId="3243343348" sldId="280"/>
        </pc:sldMkLst>
        <pc:spChg chg="mod">
          <ac:chgData name="Miguel Rosalino" userId="142876607cca7130" providerId="LiveId" clId="{241F22B6-51C7-4BD9-87DD-DF73D06C2F54}" dt="2025-11-13T16:40:39.803" v="500"/>
          <ac:spMkLst>
            <pc:docMk/>
            <pc:sldMk cId="3243343348" sldId="280"/>
            <ac:spMk id="5" creationId="{9721EE7F-805C-B9CF-168E-9973C7CCA1EE}"/>
          </ac:spMkLst>
        </pc:spChg>
        <pc:spChg chg="mod">
          <ac:chgData name="Miguel Rosalino" userId="142876607cca7130" providerId="LiveId" clId="{241F22B6-51C7-4BD9-87DD-DF73D06C2F54}" dt="2025-11-07T10:29:47" v="458" actId="1076"/>
          <ac:spMkLst>
            <pc:docMk/>
            <pc:sldMk cId="3243343348" sldId="280"/>
            <ac:spMk id="9" creationId="{AE60EE18-C734-2BB7-59AB-9AE2BD8E481D}"/>
          </ac:spMkLst>
        </pc:spChg>
        <pc:spChg chg="mod">
          <ac:chgData name="Miguel Rosalino" userId="142876607cca7130" providerId="LiveId" clId="{241F22B6-51C7-4BD9-87DD-DF73D06C2F54}" dt="2025-11-07T10:29:50.197" v="459" actId="1076"/>
          <ac:spMkLst>
            <pc:docMk/>
            <pc:sldMk cId="3243343348" sldId="280"/>
            <ac:spMk id="12" creationId="{62508CBD-38BB-C8AA-8F59-95222DB8E73F}"/>
          </ac:spMkLst>
        </pc:spChg>
      </pc:sldChg>
      <pc:sldChg chg="modSp add mod">
        <pc:chgData name="Miguel Rosalino" userId="142876607cca7130" providerId="LiveId" clId="{241F22B6-51C7-4BD9-87DD-DF73D06C2F54}" dt="2025-11-13T16:40:41.329" v="501"/>
        <pc:sldMkLst>
          <pc:docMk/>
          <pc:sldMk cId="2911174203" sldId="281"/>
        </pc:sldMkLst>
        <pc:spChg chg="mod">
          <ac:chgData name="Miguel Rosalino" userId="142876607cca7130" providerId="LiveId" clId="{241F22B6-51C7-4BD9-87DD-DF73D06C2F54}" dt="2025-11-13T16:40:41.329" v="501"/>
          <ac:spMkLst>
            <pc:docMk/>
            <pc:sldMk cId="2911174203" sldId="281"/>
            <ac:spMk id="5" creationId="{10B03003-3C3C-5DEB-674B-549EA0D2F1D9}"/>
          </ac:spMkLst>
        </pc:spChg>
        <pc:spChg chg="mod ord">
          <ac:chgData name="Miguel Rosalino" userId="142876607cca7130" providerId="LiveId" clId="{241F22B6-51C7-4BD9-87DD-DF73D06C2F54}" dt="2025-11-07T10:30:40.388" v="472" actId="1035"/>
          <ac:spMkLst>
            <pc:docMk/>
            <pc:sldMk cId="2911174203" sldId="281"/>
            <ac:spMk id="7" creationId="{BE667F0D-409E-DE81-709D-74810E55F453}"/>
          </ac:spMkLst>
        </pc:spChg>
        <pc:spChg chg="mod">
          <ac:chgData name="Miguel Rosalino" userId="142876607cca7130" providerId="LiveId" clId="{241F22B6-51C7-4BD9-87DD-DF73D06C2F54}" dt="2025-11-07T10:30:29.738" v="461" actId="1076"/>
          <ac:spMkLst>
            <pc:docMk/>
            <pc:sldMk cId="2911174203" sldId="281"/>
            <ac:spMk id="9" creationId="{FDFEEDDA-E5EF-C4D0-1575-368367D0EAFD}"/>
          </ac:spMkLst>
        </pc:spChg>
        <pc:spChg chg="mod ord">
          <ac:chgData name="Miguel Rosalino" userId="142876607cca7130" providerId="LiveId" clId="{241F22B6-51C7-4BD9-87DD-DF73D06C2F54}" dt="2025-11-07T10:30:45.361" v="474" actId="166"/>
          <ac:spMkLst>
            <pc:docMk/>
            <pc:sldMk cId="2911174203" sldId="281"/>
            <ac:spMk id="12" creationId="{4A5424DA-4F9D-CD69-EB72-9BCA9A1503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78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50b307b58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58" name="Google Shape;58;g3850b307b58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C155A5FF-F0A7-8688-56DE-CBC590BA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2667F0A5-074A-1F89-D8AA-2F72C553F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E8B9BEE9-2445-1101-D419-27AE4B48F2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1632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58CEEB0E-BB60-F624-2969-E0EEE3244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4CF615DC-6328-BD6E-CE37-4D32EB73D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643B1986-E86A-7B6B-756D-430896B43D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30432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43110439-7D07-D5F0-CDA0-3859D551C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3E13F028-2EEA-ADA0-401F-E738BD57B3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2E97433F-097C-B26D-61C5-82388A5ED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8865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E9386C0-D807-C083-57A9-6CCE52061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68BCBB00-4E41-CCF0-D0D2-CFBE62F11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9E373B65-BEA1-427A-7D7E-7989741B43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4549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0CE1261-60B2-15FC-D40B-7897D6AA0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50b307b58_0_0:notes">
            <a:extLst>
              <a:ext uri="{FF2B5EF4-FFF2-40B4-BE49-F238E27FC236}">
                <a16:creationId xmlns:a16="http://schemas.microsoft.com/office/drawing/2014/main" id="{776190AF-551F-3F3A-D788-4AA35631D3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64" name="Google Shape;64;g3850b307b58_0_0:notes">
            <a:extLst>
              <a:ext uri="{FF2B5EF4-FFF2-40B4-BE49-F238E27FC236}">
                <a16:creationId xmlns:a16="http://schemas.microsoft.com/office/drawing/2014/main" id="{C8076884-8897-3DFB-A2AC-6E1C3DAC8A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23241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50b307b5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685800"/>
            <a:ext cx="6858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PT"/>
          </a:p>
        </p:txBody>
      </p:sp>
      <p:sp>
        <p:nvSpPr>
          <p:cNvPr id="219" name="Google Shape;219;g3850b307b5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36319" y="1563412"/>
            <a:ext cx="20127600" cy="43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36299" y="5950919"/>
            <a:ext cx="20127600" cy="166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36299" y="4516220"/>
            <a:ext cx="20127600" cy="17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1415118" y="2419895"/>
            <a:ext cx="9448500" cy="71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36299" y="1166614"/>
            <a:ext cx="6633000" cy="158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736299" y="2917795"/>
            <a:ext cx="6633000" cy="667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158071" y="945197"/>
            <a:ext cx="15042000" cy="858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0800000" y="-262"/>
            <a:ext cx="10800000" cy="108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7165" y="2589344"/>
            <a:ext cx="9555900" cy="311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627165" y="5885722"/>
            <a:ext cx="9555900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1668110" y="1520367"/>
            <a:ext cx="9063900" cy="7758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736299" y="8883097"/>
            <a:ext cx="14170500" cy="127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736299" y="2322572"/>
            <a:ext cx="20127600" cy="412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736299" y="6618845"/>
            <a:ext cx="20127600" cy="27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36299" y="934436"/>
            <a:ext cx="20127600" cy="1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36299" y="2419895"/>
            <a:ext cx="20127600" cy="71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20013680" y="9791531"/>
            <a:ext cx="1296000" cy="8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9838" y="4015113"/>
            <a:ext cx="19880325" cy="276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814250" y="3300663"/>
            <a:ext cx="19971500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4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A2A595E-89C9-DBFE-54A6-F0BDBD212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C8169670-FEA0-998F-603A-26E5E3C3CED2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E7A4788-B51D-F9D7-5273-8D8E32E0EF89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212ABA5-F19C-A888-5574-52016D0310E4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7146C62-CBA4-107E-6E2B-FD96ABD0EE6E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459E98A4-48F8-E73F-1959-BB7B2395E257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DCE664E-A4E1-B8FA-803A-4640222CE990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472DE61C-1E4C-B2D8-38E5-C316A0538140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364018F4-A097-A648-8B2B-3AE55AF3E00F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12932627-CBEA-6C2D-97C6-F581FA27081E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FC6F0988-99FB-137D-67F7-05B5A9816499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89980944-1942-2BC2-8162-F5502E2D3D32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5D6F3F5E-E672-0C1D-FBBB-FCE8D53D094D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2F352622-5E9D-BB9A-73AC-7E20E4193F56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4211F125-61A1-8CF4-7715-5F6FE1C31FE1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8098C960-FCB1-E6C9-566A-1DB5525C240C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 me</a:t>
            </a: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 automate the way </a:t>
            </a:r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 defend orders.</a:t>
            </a: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81153B3B-2390-0930-C067-7B7BC2246080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4F7D583C-A2C8-DD42-D239-3D883247C0EA}"/>
              </a:ext>
            </a:extLst>
          </p:cNvPr>
          <p:cNvSpPr/>
          <p:nvPr/>
        </p:nvSpPr>
        <p:spPr>
          <a:xfrm>
            <a:off x="9393489" y="77734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5B61E9F2-9E12-E52B-3343-BE899E701A1F}"/>
              </a:ext>
            </a:extLst>
          </p:cNvPr>
          <p:cNvSpPr/>
          <p:nvPr/>
        </p:nvSpPr>
        <p:spPr>
          <a:xfrm>
            <a:off x="9393489" y="2625414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909A9D16-5F73-8C63-470F-DCCD77FC0C03}"/>
              </a:ext>
            </a:extLst>
          </p:cNvPr>
          <p:cNvSpPr/>
          <p:nvPr/>
        </p:nvSpPr>
        <p:spPr>
          <a:xfrm>
            <a:off x="9393489" y="4473482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52492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C035CD48-D2FE-11A4-BCBF-08B096904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EB045DEA-E4C6-0CD6-78EF-619918324478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E4A9AFD5-EAF7-53C2-C1A3-013F17513A94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45F49A4-4CE3-331C-5BB2-8046FFFCD7E5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58FE8A5-E6AA-9DB5-B2E0-E3D69371DDED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ADEC9217-A3E6-DF73-D5FF-800B756664AA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6104B972-9E6B-036B-BD5B-3FFD8F522196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DF6D1E72-D85B-8632-D0B5-0A28E4E03487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650757CC-91B2-6DBA-B402-1C4456CBE2AA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AFC0D320-4095-532D-C9C3-979A40FB0F65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73C7AADB-3C7A-F962-0C57-82B462182E47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A798721D-03FB-3339-862C-70E5FB430397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72F5BC33-AAA3-EB91-C19F-D2E959C25E82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28826788-7D50-A393-E4B6-D2F0D1660961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FAE3C5D7-1FB2-1E6B-8004-F78B6D902EBB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5327C702-86DE-3004-6F1D-A1BC4FB06891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A3F163D1-F026-F2CA-1D3C-445098120A76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4D681BB4-8CC3-8F4D-3065-5EC98E6AF554}"/>
              </a:ext>
            </a:extLst>
          </p:cNvPr>
          <p:cNvSpPr/>
          <p:nvPr/>
        </p:nvSpPr>
        <p:spPr>
          <a:xfrm>
            <a:off x="12413789" y="77734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5D95AA2A-3D13-C0FB-9D91-F8EBB7F65FE3}"/>
              </a:ext>
            </a:extLst>
          </p:cNvPr>
          <p:cNvSpPr/>
          <p:nvPr/>
        </p:nvSpPr>
        <p:spPr>
          <a:xfrm>
            <a:off x="12413789" y="2625414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83228BA5-9D9A-374F-CBC0-749D6A8F5BCB}"/>
              </a:ext>
            </a:extLst>
          </p:cNvPr>
          <p:cNvSpPr/>
          <p:nvPr/>
        </p:nvSpPr>
        <p:spPr>
          <a:xfrm>
            <a:off x="12413789" y="4473482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509663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6956850-8837-05E7-488F-B32E868C1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8021297D-E594-8698-E4D9-A5294874F7BC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42622AFD-DBFB-DBB8-0860-6D2BBB3D9CF2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EBA679E-C44D-B98C-B5AA-AAB3B7ECA382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B16D240E-DD00-A069-426F-BB6AE972A816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912D1758-2B6E-6115-7C20-6CA76156527C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7874A423-9792-1CB8-515B-A7A0D2E8D452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9934F85-3F70-9700-7A71-FAA45BD6484A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15BC16F8-BB77-BEA3-A758-8081BBBC29D4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5713E2F0-9559-BEFB-A030-84D2A8382E48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073518C9-35EC-3508-7082-A708BF350643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008E3670-3707-FF75-8342-EDAC5E1FA7AC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F83D964-F133-39AF-C22B-2661C83B5C06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97C60AE4-27FB-1A83-1918-A9F16436492E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66CE6097-EA04-B4EB-F468-0BCBD4CC046B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D68EAF27-6D27-56AD-6C31-A4E6115854AD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9FA51BF6-7DB9-6581-EB6D-CE6911ACA4F1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D4F036BD-DE47-1116-C05F-FB2D1194CC2E}"/>
              </a:ext>
            </a:extLst>
          </p:cNvPr>
          <p:cNvSpPr/>
          <p:nvPr/>
        </p:nvSpPr>
        <p:spPr>
          <a:xfrm>
            <a:off x="12413789" y="77734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A44F3FCA-0AF4-CB63-5BAD-7278C0A4B4F1}"/>
              </a:ext>
            </a:extLst>
          </p:cNvPr>
          <p:cNvSpPr/>
          <p:nvPr/>
        </p:nvSpPr>
        <p:spPr>
          <a:xfrm>
            <a:off x="12413789" y="2625414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AC6E9BD7-B1D5-8F97-1E8A-B6B72B935634}"/>
              </a:ext>
            </a:extLst>
          </p:cNvPr>
          <p:cNvSpPr/>
          <p:nvPr/>
        </p:nvSpPr>
        <p:spPr>
          <a:xfrm>
            <a:off x="12413789" y="4473482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6432367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F6007471-BC7C-41AA-7274-01EF65CCD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63E32BF2-D034-B3BE-98CF-B98C4608EDCA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68526FC2-EEB1-C62C-CAF3-1BBDB9FB0D2C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CB6851A-B990-8A7C-9758-5A802EF2B94D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AFF0258-0B6B-ACE3-9CCE-726DD89E3B0C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69BE4CE9-970B-DD00-F72C-C8A8DC88DA85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C7FEF157-A657-F676-7F51-13CF27D63FC4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748C086-0C9A-3196-1954-34F0A51A4B5A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FB5DD5D0-038D-478E-94ED-05FDC2BE52A3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EB2A843E-C891-D0D3-8CB4-8554C9C5EAA7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09809D62-AA6D-C4ED-C216-719518608711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9E5CECB0-CCD8-8088-F004-FC84807C59DB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363ED41-FEA8-624F-05D3-C6F7783F25EE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C722C9AD-1BD9-7B69-2779-43816394766F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3872410B-B2DD-9FA6-B619-8F6417874B73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9721EE7F-805C-B9CF-168E-9973C7CCA1EE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BA9CF568-5046-9978-B458-3BCB2AFD0F7D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A77047E8-D666-483A-65B6-79CA1C3EBAA1}"/>
              </a:ext>
            </a:extLst>
          </p:cNvPr>
          <p:cNvSpPr/>
          <p:nvPr/>
        </p:nvSpPr>
        <p:spPr>
          <a:xfrm>
            <a:off x="12413789" y="77734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AE60EE18-C734-2BB7-59AB-9AE2BD8E481D}"/>
              </a:ext>
            </a:extLst>
          </p:cNvPr>
          <p:cNvSpPr/>
          <p:nvPr/>
        </p:nvSpPr>
        <p:spPr>
          <a:xfrm>
            <a:off x="15532407" y="77734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62508CBD-38BB-C8AA-8F59-95222DB8E73F}"/>
              </a:ext>
            </a:extLst>
          </p:cNvPr>
          <p:cNvSpPr/>
          <p:nvPr/>
        </p:nvSpPr>
        <p:spPr>
          <a:xfrm>
            <a:off x="12413789" y="2762768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43343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9704C58B-5C77-AF59-A0BA-EB7C8DC7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6" name="Google Shape;66;p15">
            <a:extLst>
              <a:ext uri="{FF2B5EF4-FFF2-40B4-BE49-F238E27FC236}">
                <a16:creationId xmlns:a16="http://schemas.microsoft.com/office/drawing/2014/main" id="{3EB5F4E1-9E7F-280F-2481-1C661E809333}"/>
              </a:ext>
            </a:extLst>
          </p:cNvPr>
          <p:cNvCxnSpPr/>
          <p:nvPr/>
        </p:nvCxnSpPr>
        <p:spPr>
          <a:xfrm>
            <a:off x="5944724" y="-31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7A681BB-433F-867C-9788-768E2044A8D3}"/>
              </a:ext>
            </a:extLst>
          </p:cNvPr>
          <p:cNvSpPr/>
          <p:nvPr/>
        </p:nvSpPr>
        <p:spPr>
          <a:xfrm>
            <a:off x="319718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Student ID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8BAB664-B998-3C4A-A5D1-1C232BEDBD08}"/>
              </a:ext>
            </a:extLst>
          </p:cNvPr>
          <p:cNvSpPr/>
          <p:nvPr/>
        </p:nvSpPr>
        <p:spPr>
          <a:xfrm>
            <a:off x="6281636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Story</a:t>
            </a: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7A1E5D12-556F-AF29-F763-728A2B8E32BD}"/>
              </a:ext>
            </a:extLst>
          </p:cNvPr>
          <p:cNvSpPr/>
          <p:nvPr/>
        </p:nvSpPr>
        <p:spPr>
          <a:xfrm>
            <a:off x="9366071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To Do</a:t>
            </a:r>
          </a:p>
        </p:txBody>
      </p:sp>
      <p:sp>
        <p:nvSpPr>
          <p:cNvPr id="70" name="Google Shape;70;p15">
            <a:extLst>
              <a:ext uri="{FF2B5EF4-FFF2-40B4-BE49-F238E27FC236}">
                <a16:creationId xmlns:a16="http://schemas.microsoft.com/office/drawing/2014/main" id="{494A5928-84FF-D683-B38B-523F1FDC581E}"/>
              </a:ext>
            </a:extLst>
          </p:cNvPr>
          <p:cNvSpPr/>
          <p:nvPr/>
        </p:nvSpPr>
        <p:spPr>
          <a:xfrm>
            <a:off x="12395940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Doing</a:t>
            </a:r>
          </a:p>
        </p:txBody>
      </p:sp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E0772AE4-F1B2-E8E4-001B-65F227D7F357}"/>
              </a:ext>
            </a:extLst>
          </p:cNvPr>
          <p:cNvSpPr/>
          <p:nvPr/>
        </p:nvSpPr>
        <p:spPr>
          <a:xfrm>
            <a:off x="15532407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Review</a:t>
            </a:r>
          </a:p>
        </p:txBody>
      </p:sp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AAF0DA2C-3B2A-8FF4-0155-95DA891B1F1A}"/>
              </a:ext>
            </a:extLst>
          </p:cNvPr>
          <p:cNvSpPr/>
          <p:nvPr/>
        </p:nvSpPr>
        <p:spPr>
          <a:xfrm>
            <a:off x="186688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Done</a:t>
            </a:r>
          </a:p>
        </p:txBody>
      </p:sp>
      <p:sp>
        <p:nvSpPr>
          <p:cNvPr id="73" name="Google Shape;73;p15">
            <a:extLst>
              <a:ext uri="{FF2B5EF4-FFF2-40B4-BE49-F238E27FC236}">
                <a16:creationId xmlns:a16="http://schemas.microsoft.com/office/drawing/2014/main" id="{2E66892C-EE95-F2A7-B370-17B91C30360B}"/>
              </a:ext>
            </a:extLst>
          </p:cNvPr>
          <p:cNvSpPr/>
          <p:nvPr/>
        </p:nvSpPr>
        <p:spPr>
          <a:xfrm>
            <a:off x="167288" y="84312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F9CB9C"/>
          </a:solidFill>
          <a:ln w="28575" cap="flat" cmpd="sng">
            <a:solidFill>
              <a:srgbClr val="B45F0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Backlog</a:t>
            </a:r>
          </a:p>
        </p:txBody>
      </p:sp>
      <p:sp>
        <p:nvSpPr>
          <p:cNvPr id="74" name="Google Shape;74;p15">
            <a:extLst>
              <a:ext uri="{FF2B5EF4-FFF2-40B4-BE49-F238E27FC236}">
                <a16:creationId xmlns:a16="http://schemas.microsoft.com/office/drawing/2014/main" id="{DA833C8D-38C3-7CC9-7572-5C2A79ECDF80}"/>
              </a:ext>
            </a:extLst>
          </p:cNvPr>
          <p:cNvSpPr/>
          <p:nvPr/>
        </p:nvSpPr>
        <p:spPr>
          <a:xfrm>
            <a:off x="3211113" y="5397000"/>
            <a:ext cx="2410800" cy="480900"/>
          </a:xfrm>
          <a:prstGeom prst="roundRect">
            <a:avLst>
              <a:gd name="adj" fmla="val 16667"/>
            </a:avLst>
          </a:prstGeom>
          <a:solidFill>
            <a:srgbClr val="E6B8AF"/>
          </a:solidFill>
          <a:ln w="28575" cap="flat" cmpd="sng">
            <a:solidFill>
              <a:srgbClr val="5B0F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noProof="0" dirty="0">
                <a:latin typeface="Consolas"/>
                <a:ea typeface="Consolas"/>
                <a:cs typeface="Consolas"/>
                <a:sym typeface="Consolas"/>
              </a:rPr>
              <a:t>Everyone</a:t>
            </a:r>
          </a:p>
        </p:txBody>
      </p:sp>
      <p:sp>
        <p:nvSpPr>
          <p:cNvPr id="3" name="Google Shape;90;p15">
            <a:extLst>
              <a:ext uri="{FF2B5EF4-FFF2-40B4-BE49-F238E27FC236}">
                <a16:creationId xmlns:a16="http://schemas.microsoft.com/office/drawing/2014/main" id="{BB5280D2-99D3-EE2A-06E4-2395721EADCE}"/>
              </a:ext>
            </a:extLst>
          </p:cNvPr>
          <p:cNvSpPr/>
          <p:nvPr/>
        </p:nvSpPr>
        <p:spPr>
          <a:xfrm>
            <a:off x="18668888" y="849419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0E0E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T2: Everyone: Playing the game so we can experience the user’s needs.</a:t>
            </a:r>
          </a:p>
        </p:txBody>
      </p:sp>
      <p:sp>
        <p:nvSpPr>
          <p:cNvPr id="2" name="Google Shape;88;p15">
            <a:extLst>
              <a:ext uri="{FF2B5EF4-FFF2-40B4-BE49-F238E27FC236}">
                <a16:creationId xmlns:a16="http://schemas.microsoft.com/office/drawing/2014/main" id="{21BE30FA-B876-D6AF-3575-091CC97498CF}"/>
              </a:ext>
            </a:extLst>
          </p:cNvPr>
          <p:cNvSpPr/>
          <p:nvPr/>
        </p:nvSpPr>
        <p:spPr>
          <a:xfrm>
            <a:off x="18668888" y="19578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T1: Make 3 User Stories</a:t>
            </a:r>
          </a:p>
        </p:txBody>
      </p:sp>
      <p:sp>
        <p:nvSpPr>
          <p:cNvPr id="88" name="Google Shape;88;p15">
            <a:extLst>
              <a:ext uri="{FF2B5EF4-FFF2-40B4-BE49-F238E27FC236}">
                <a16:creationId xmlns:a16="http://schemas.microsoft.com/office/drawing/2014/main" id="{0F48D615-45DC-C6FA-88BA-42E7266DD60A}"/>
              </a:ext>
            </a:extLst>
          </p:cNvPr>
          <p:cNvSpPr/>
          <p:nvPr/>
        </p:nvSpPr>
        <p:spPr>
          <a:xfrm>
            <a:off x="18668888" y="2681513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Find code smells</a:t>
            </a:r>
          </a:p>
        </p:txBody>
      </p:sp>
      <p:cxnSp>
        <p:nvCxnSpPr>
          <p:cNvPr id="91" name="Google Shape;91;p15">
            <a:extLst>
              <a:ext uri="{FF2B5EF4-FFF2-40B4-BE49-F238E27FC236}">
                <a16:creationId xmlns:a16="http://schemas.microsoft.com/office/drawing/2014/main" id="{8688DBB5-34AC-E4A9-C11A-B95980EA0E49}"/>
              </a:ext>
            </a:extLst>
          </p:cNvPr>
          <p:cNvCxnSpPr/>
          <p:nvPr/>
        </p:nvCxnSpPr>
        <p:spPr>
          <a:xfrm>
            <a:off x="2874374" y="-28500"/>
            <a:ext cx="0" cy="10857000"/>
          </a:xfrm>
          <a:prstGeom prst="straightConnector1">
            <a:avLst/>
          </a:prstGeom>
          <a:noFill/>
          <a:ln w="38100" cap="flat" cmpd="sng">
            <a:solidFill>
              <a:srgbClr val="5B0F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88;p15">
            <a:extLst>
              <a:ext uri="{FF2B5EF4-FFF2-40B4-BE49-F238E27FC236}">
                <a16:creationId xmlns:a16="http://schemas.microsoft.com/office/drawing/2014/main" id="{2B054094-CE21-A6CA-3A65-576EC1D42C53}"/>
              </a:ext>
            </a:extLst>
          </p:cNvPr>
          <p:cNvSpPr/>
          <p:nvPr/>
        </p:nvSpPr>
        <p:spPr>
          <a:xfrm>
            <a:off x="405410" y="694221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noProof="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US 3:</a:t>
            </a:r>
            <a:r>
              <a:rPr lang="en-US" noProof="0" dirty="0">
                <a:latin typeface="Consolas" panose="020B0609020204030204" pitchFamily="49" charset="0"/>
              </a:rPr>
              <a:t>As a player brand new to Mindustry, I want a more intuitive game tutorial so that I don't get lost and demotivated</a:t>
            </a:r>
            <a:r>
              <a:rPr lang="en-US" noProof="0" dirty="0"/>
              <a:t>.</a:t>
            </a:r>
            <a:endParaRPr lang="en-US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Google Shape;88;p15">
            <a:extLst>
              <a:ext uri="{FF2B5EF4-FFF2-40B4-BE49-F238E27FC236}">
                <a16:creationId xmlns:a16="http://schemas.microsoft.com/office/drawing/2014/main" id="{10B03003-3C3C-5DEB-674B-549EA0D2F1D9}"/>
              </a:ext>
            </a:extLst>
          </p:cNvPr>
          <p:cNvSpPr/>
          <p:nvPr/>
        </p:nvSpPr>
        <p:spPr>
          <a:xfrm>
            <a:off x="438912" y="4038458"/>
            <a:ext cx="1867552" cy="2826314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>
                <a:latin typeface="Consolas"/>
                <a:ea typeface="Consolas"/>
                <a:cs typeface="Consolas"/>
                <a:sym typeface="Consolas"/>
              </a:rPr>
              <a:t>US 2: As an experienced player I want to have a greater diversity of towers that can help me automate the way I defend orders.</a:t>
            </a:r>
            <a:endParaRPr lang="en-US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" name="Google Shape;88;p15">
            <a:extLst>
              <a:ext uri="{FF2B5EF4-FFF2-40B4-BE49-F238E27FC236}">
                <a16:creationId xmlns:a16="http://schemas.microsoft.com/office/drawing/2014/main" id="{6EEA2D65-B267-0E99-E549-EFCE148753F1}"/>
              </a:ext>
            </a:extLst>
          </p:cNvPr>
          <p:cNvSpPr/>
          <p:nvPr/>
        </p:nvSpPr>
        <p:spPr>
          <a:xfrm>
            <a:off x="405410" y="6982925"/>
            <a:ext cx="1867580" cy="3160613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noProof="0" dirty="0">
                <a:latin typeface="Consolas"/>
                <a:ea typeface="Consolas"/>
                <a:cs typeface="Consolas"/>
                <a:sym typeface="Consolas"/>
              </a:rPr>
              <a:t>US 1: As Player, I want to have access to a sandbox (free play) so that I can freely experiment with different constructions and strategies without enemies or attack waves.</a:t>
            </a:r>
          </a:p>
        </p:txBody>
      </p:sp>
      <p:sp>
        <p:nvSpPr>
          <p:cNvPr id="9" name="Google Shape;88;p15">
            <a:extLst>
              <a:ext uri="{FF2B5EF4-FFF2-40B4-BE49-F238E27FC236}">
                <a16:creationId xmlns:a16="http://schemas.microsoft.com/office/drawing/2014/main" id="{FDFEEDDA-E5EF-C4D0-1575-368367D0EAFD}"/>
              </a:ext>
            </a:extLst>
          </p:cNvPr>
          <p:cNvSpPr/>
          <p:nvPr/>
        </p:nvSpPr>
        <p:spPr>
          <a:xfrm>
            <a:off x="18668888" y="3606376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Identify Design Patterns</a:t>
            </a:r>
          </a:p>
        </p:txBody>
      </p:sp>
      <p:sp>
        <p:nvSpPr>
          <p:cNvPr id="7" name="Google Shape;88;p15">
            <a:extLst>
              <a:ext uri="{FF2B5EF4-FFF2-40B4-BE49-F238E27FC236}">
                <a16:creationId xmlns:a16="http://schemas.microsoft.com/office/drawing/2014/main" id="{BE667F0D-409E-DE81-709D-74810E55F453}"/>
              </a:ext>
            </a:extLst>
          </p:cNvPr>
          <p:cNvSpPr/>
          <p:nvPr/>
        </p:nvSpPr>
        <p:spPr>
          <a:xfrm>
            <a:off x="18667368" y="4794728"/>
            <a:ext cx="2410800" cy="1648500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274E1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noProof="0" dirty="0">
                <a:latin typeface="Consolas"/>
                <a:ea typeface="Consolas"/>
                <a:cs typeface="Consolas"/>
                <a:sym typeface="Consolas"/>
              </a:rPr>
              <a:t>Create Use Case Diagrams</a:t>
            </a:r>
          </a:p>
        </p:txBody>
      </p:sp>
      <p:sp>
        <p:nvSpPr>
          <p:cNvPr id="12" name="Google Shape;90;p15">
            <a:extLst>
              <a:ext uri="{FF2B5EF4-FFF2-40B4-BE49-F238E27FC236}">
                <a16:creationId xmlns:a16="http://schemas.microsoft.com/office/drawing/2014/main" id="{4A5424DA-4F9D-CD69-EB72-9BCA9A1503E3}"/>
              </a:ext>
            </a:extLst>
          </p:cNvPr>
          <p:cNvSpPr/>
          <p:nvPr/>
        </p:nvSpPr>
        <p:spPr>
          <a:xfrm>
            <a:off x="18665848" y="5815877"/>
            <a:ext cx="2410800" cy="2184131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 w="28575" cap="flat" cmpd="sng">
            <a:solidFill>
              <a:srgbClr val="134F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Consolas"/>
                <a:ea typeface="Consolas"/>
                <a:cs typeface="Consolas"/>
                <a:sym typeface="Consolas"/>
              </a:rPr>
              <a:t>Write Codebase Metrics Assessment report</a:t>
            </a:r>
            <a:endParaRPr lang="en-US" sz="2000" noProof="0" dirty="0">
              <a:latin typeface="Consolas"/>
              <a:ea typeface="Consolas"/>
              <a:cs typeface="Consolas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2911174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0" title="Vmw_I2.png"/>
          <p:cNvPicPr preferRelativeResize="0"/>
          <p:nvPr/>
        </p:nvPicPr>
        <p:blipFill>
          <a:blip r:embed="rId3">
            <a:alphaModFix amt="51000"/>
          </a:blip>
          <a:stretch>
            <a:fillRect/>
          </a:stretch>
        </p:blipFill>
        <p:spPr>
          <a:xfrm>
            <a:off x="0" y="0"/>
            <a:ext cx="21600000" cy="1080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/>
          <p:nvPr/>
        </p:nvSpPr>
        <p:spPr>
          <a:xfrm>
            <a:off x="814250" y="3300663"/>
            <a:ext cx="19957567" cy="419867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1" i="0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Sprint </a:t>
            </a:r>
            <a:r>
              <a:rPr lang="pt-PT" b="1" dirty="0">
                <a:ln w="114300" cap="flat" cmpd="sng">
                  <a:solidFill>
                    <a:srgbClr val="434343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1"/>
                </a:solidFill>
                <a:latin typeface="Consolas"/>
              </a:rPr>
              <a:t>5</a:t>
            </a:r>
            <a:endParaRPr b="1" i="0" dirty="0">
              <a:ln w="114300" cap="flat" cmpd="sng">
                <a:solidFill>
                  <a:srgbClr val="434343"/>
                </a:solidFill>
                <a:prstDash val="solid"/>
                <a:round/>
                <a:headEnd type="none" w="sm" len="sm"/>
                <a:tailEnd type="none" w="sm" len="sm"/>
              </a:ln>
              <a:solidFill>
                <a:schemeClr val="lt1"/>
              </a:solidFill>
              <a:latin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679</Words>
  <Application>Microsoft Office PowerPoint</Application>
  <PresentationFormat>Custom</PresentationFormat>
  <Paragraphs>87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Miguel Rosalino</cp:lastModifiedBy>
  <cp:revision>10</cp:revision>
  <dcterms:modified xsi:type="dcterms:W3CDTF">2025-11-13T16:40:42Z</dcterms:modified>
</cp:coreProperties>
</file>