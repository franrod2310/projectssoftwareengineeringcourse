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66" r:id="rId4"/>
    <p:sldId id="265" r:id="rId5"/>
    <p:sldId id="267" r:id="rId6"/>
    <p:sldId id="268" r:id="rId7"/>
    <p:sldId id="269" r:id="rId8"/>
    <p:sldId id="270" r:id="rId9"/>
    <p:sldId id="271" r:id="rId10"/>
    <p:sldId id="263" r:id="rId11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427" y="3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7B4749A3-56B1-E607-DB76-0864AB0B0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E610C75-9320-80A0-5315-D09A59B3EA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B19EEA1-68BD-A9B9-C4F5-7F3A1BEAC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155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7B4749A3-56B1-E607-DB76-0864AB0B0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E610C75-9320-80A0-5315-D09A59B3EA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B19EEA1-68BD-A9B9-C4F5-7F3A1BEAC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30030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8190817D-E0B4-4C4C-F6D6-2493329B9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FBC7919-CD5E-A7D8-360D-5E0C20F30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182A9448-B567-EC36-2DCA-7BBB415AB3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9939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396F4EED-CC3D-3B27-E96C-A1942B0B0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BBECE975-7C57-8F29-B2D6-58AF776341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5695D4D5-CEAC-4F02-87F0-352604714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01547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ACF8B8EF-816C-3CE4-FACA-CA9C5D9B8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93201C2B-75BD-0246-45D8-C3B1D38A91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722A361-C9D3-2F12-A9A2-AF98AADF0C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8186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6AFA900-96C0-441A-6D9B-59FAE834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66B7296-55F7-530C-A40C-6B99E58E6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4EEDFAB6-34F4-D48E-D1C8-5FF4FCD02B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8279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C155A5FF-F0A7-8688-56DE-CBC590BA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2667F0A5-074A-1F89-D8AA-2F72C553FB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E8B9BEE9-2445-1101-D419-27AE4B48F2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71632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18DBC82-D3B9-F6B6-CFC3-60D01F64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0F16DA7C-9924-187E-9709-0F9EE8F85CE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18BD1EA4-2EE3-92BA-7360-891EF4E7E7F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D098676-C5D4-A2CF-568A-12036DE186D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1F09A4B-4906-F7E4-93AA-2A61D98ECA8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8616EC9-6AEA-3781-D975-A5BB998FD71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C8ACDA0-5773-093B-70AE-B37C4EECA17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80EDF97-7F3D-E3BC-9F1B-D0F47955E57C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20E5A4DC-D1F7-1E09-4136-AF263E5BA6F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ACF4A3B-D575-530F-1519-350A41CA1689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 b="1" dirty="0">
                <a:latin typeface="Consolas"/>
                <a:ea typeface="Consolas"/>
                <a:cs typeface="Consolas"/>
                <a:sym typeface="Consolas"/>
              </a:rPr>
              <a:t>Everyone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2CF3F6E-8E38-E497-0569-C60CF8497DE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51D2581-7CE1-F919-2CBF-5D1FACC356AA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1783E29B-3D15-5902-5FDF-80E60183B5CB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F4ECFFE2-0B29-548F-5D13-90F75573D8B4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GB" dirty="0">
                <a:latin typeface="Consolas" panose="020B0609020204030204" pitchFamily="49" charset="0"/>
              </a:rPr>
              <a:t>As a player brand new to </a:t>
            </a:r>
            <a:r>
              <a:rPr lang="en-GB" dirty="0" err="1">
                <a:latin typeface="Consolas" panose="020B0609020204030204" pitchFamily="49" charset="0"/>
              </a:rPr>
              <a:t>Mindustry</a:t>
            </a:r>
            <a:r>
              <a:rPr lang="en-GB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GB" dirty="0"/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3F08F2E4-5C0A-6429-E570-05BF8E056CCD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9682B54A-BD00-BA0D-52F5-F1C2429C4452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13465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18DBC82-D3B9-F6B6-CFC3-60D01F64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0F16DA7C-9924-187E-9709-0F9EE8F85CE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18BD1EA4-2EE3-92BA-7360-891EF4E7E7F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D098676-C5D4-A2CF-568A-12036DE186D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1F09A4B-4906-F7E4-93AA-2A61D98ECA8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8616EC9-6AEA-3781-D975-A5BB998FD71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C8ACDA0-5773-093B-70AE-B37C4EECA17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80EDF97-7F3D-E3BC-9F1B-D0F47955E57C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20E5A4DC-D1F7-1E09-4136-AF263E5BA6F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ACF4A3B-D575-530F-1519-350A41CA1689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FF5EBA4F-5AE3-D872-15DA-15671D02B94A}"/>
              </a:ext>
            </a:extLst>
          </p:cNvPr>
          <p:cNvSpPr/>
          <p:nvPr/>
        </p:nvSpPr>
        <p:spPr>
          <a:xfrm>
            <a:off x="9365775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510FD173-F7C9-E02E-0CA7-C2A3ADC6C413}"/>
              </a:ext>
            </a:extLst>
          </p:cNvPr>
          <p:cNvSpPr/>
          <p:nvPr/>
        </p:nvSpPr>
        <p:spPr>
          <a:xfrm>
            <a:off x="9365775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2CF3F6E-8E38-E497-0569-C60CF8497DE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51D2581-7CE1-F919-2CBF-5D1FACC356AA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1783E29B-3D15-5902-5FDF-80E60183B5CB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F4ECFFE2-0B29-548F-5D13-90F75573D8B4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3F08F2E4-5C0A-6429-E570-05BF8E056CCD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9682B54A-BD00-BA0D-52F5-F1C2429C4452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9660687E-FAB6-DB3E-0986-4F121E636690}"/>
              </a:ext>
            </a:extLst>
          </p:cNvPr>
          <p:cNvSpPr/>
          <p:nvPr/>
        </p:nvSpPr>
        <p:spPr>
          <a:xfrm>
            <a:off x="9365775" y="2545538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956B6E49-D1D1-B1A8-21AC-60CAFD72023D}"/>
              </a:ext>
            </a:extLst>
          </p:cNvPr>
          <p:cNvSpPr/>
          <p:nvPr/>
        </p:nvSpPr>
        <p:spPr>
          <a:xfrm>
            <a:off x="9365775" y="346502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568AAC41-2E38-03F1-92DD-DF1B0AD90F5A}"/>
              </a:ext>
            </a:extLst>
          </p:cNvPr>
          <p:cNvSpPr/>
          <p:nvPr/>
        </p:nvSpPr>
        <p:spPr>
          <a:xfrm>
            <a:off x="9365775" y="433689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78361148-EFB6-EE69-E2A5-4657CA67E39D}"/>
              </a:ext>
            </a:extLst>
          </p:cNvPr>
          <p:cNvSpPr/>
          <p:nvPr/>
        </p:nvSpPr>
        <p:spPr>
          <a:xfrm>
            <a:off x="9365775" y="563745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61707730-278A-3111-9490-E6092FAD10A5}"/>
              </a:ext>
            </a:extLst>
          </p:cNvPr>
          <p:cNvSpPr/>
          <p:nvPr/>
        </p:nvSpPr>
        <p:spPr>
          <a:xfrm>
            <a:off x="9365775" y="6509319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1880726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449A1357-C94B-3607-D9E8-F4F705B4C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9C8A398B-868D-BDBD-1E24-8A107A75B1D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B5134AE8-AA0F-1A46-FF5A-572008229904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A4A5277-17F0-C2C1-3E4D-5A2F4758EE4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0E5A3D5-55F4-ED83-B0ED-52BB8B596CD1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8AF67E7-0040-1D88-7278-FAF3BB62959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FEFE9C4-ED6E-68ED-F07F-21F0D8F8031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643552D3-CA78-B3EB-3211-83F24F7680E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96B05A37-FFEE-6B9F-EF95-64398F90C72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0400671E-6F01-DA27-B6E8-872CE536900D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9EA5A2F3-F918-9849-94B5-02A9E092B1C1}"/>
              </a:ext>
            </a:extLst>
          </p:cNvPr>
          <p:cNvSpPr/>
          <p:nvPr/>
        </p:nvSpPr>
        <p:spPr>
          <a:xfrm>
            <a:off x="12395940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11B53453-76E8-9669-3269-6B2E9E0A83C3}"/>
              </a:ext>
            </a:extLst>
          </p:cNvPr>
          <p:cNvSpPr/>
          <p:nvPr/>
        </p:nvSpPr>
        <p:spPr>
          <a:xfrm>
            <a:off x="12395940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6FBDC452-10E4-78CA-44C7-6F0AA8A4D11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BCF628CB-2D5E-9072-450E-4A823A0E8293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D36928F2-E37D-D44D-3CCF-006176069F47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020FA878-6F75-BC13-0F8F-7C9B8E857757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C8475DDC-BCA7-4D04-6967-87F49C271038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63B8A8B6-5C43-9F46-127C-BCC52E60DB8F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4354345E-C1E7-3CB9-028D-F059E00C1C36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E04773C8-A955-1BE5-A0D8-CC148EDC3197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9B10D6E7-29A9-27D5-D3C6-926FD51AA649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F84A1ECE-C35E-18E2-B591-D77E77BAA5DD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FAF9743-C4E2-3265-34FE-1B9D9E4B11EA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713522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9359A2AA-065A-0DFE-4CBE-6D131E18F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31C624B8-100B-69A2-E673-5032F9ACCC06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2DC21DD7-08FA-B8DA-2A52-93179D61B08E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5173A21-0202-99DF-7AD9-BAD992B1818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2B66B760-E71C-5EA8-DDE7-41763F064AEF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06FC34F-1313-0F1C-22DF-4CF9D0A5C0DF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599AA9D-9590-1C68-2418-06AC6F1C82B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BEF5B18D-5B67-B3A0-6CAB-FCEE73538CA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07528E09-7872-0C47-C047-CA9CF555AD4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C1FCD54-807A-5687-1D12-A1969A87FA80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E28B3F7A-B157-46AE-93A2-45608354E4DF}"/>
              </a:ext>
            </a:extLst>
          </p:cNvPr>
          <p:cNvSpPr/>
          <p:nvPr/>
        </p:nvSpPr>
        <p:spPr>
          <a:xfrm>
            <a:off x="12395940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B128199B-83BE-A08A-B302-142A4311EE77}"/>
              </a:ext>
            </a:extLst>
          </p:cNvPr>
          <p:cNvSpPr/>
          <p:nvPr/>
        </p:nvSpPr>
        <p:spPr>
          <a:xfrm>
            <a:off x="12395940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3F3DE950-95FF-2AC7-F4D0-6444E1F473D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9586811-2CD6-6FDE-C736-8598861CBD6A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027A55D1-662F-D612-80CD-5228F3BC7DF9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C286036D-3038-1961-61AD-66542410400F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A8D7AE54-AEC6-8E4B-820D-31D4AE588596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E968B264-AF91-1582-CB3D-679079B2F34E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BDB57AA3-C8D7-42BB-3997-016150EA9AD2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D269075B-C3E5-3C27-1049-78F77E5BDB74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62FF8793-E26B-2FC5-7643-62C53BA29670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609A4FCE-97AA-CB48-EDA7-962058AF2B1E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B2414523-C954-5C38-1DD3-7D91F900459C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3616960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DFFBE6D0-F0C3-8697-B40B-B1BE5A90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668A5DAF-1620-D692-FC31-7BE5188F2A4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24E3F17F-3BD8-16B7-B07E-79253B70B4A4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A46FD775-93CC-6AD3-34C7-3150A9C0391C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BC04968-40B6-D2BC-72B0-648A96F494D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BE60861-9149-7627-A353-11C9C024720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AF3C5994-02BC-E0FB-7251-A24BAE602E50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0C9A6EB7-EC3A-E30A-6658-47E156C70A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D9FCEF7-9639-0E16-F86C-9E81B75A3EA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2E14F6A2-ECD7-8D68-AC51-0B22A18002D3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E1454A32-9761-D751-8E66-D00F82F0435E}"/>
              </a:ext>
            </a:extLst>
          </p:cNvPr>
          <p:cNvSpPr/>
          <p:nvPr/>
        </p:nvSpPr>
        <p:spPr>
          <a:xfrm>
            <a:off x="12395940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E8433FA2-1899-165E-E984-98D64DFC0CD0}"/>
              </a:ext>
            </a:extLst>
          </p:cNvPr>
          <p:cNvSpPr/>
          <p:nvPr/>
        </p:nvSpPr>
        <p:spPr>
          <a:xfrm>
            <a:off x="12395940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5D6A1B6-CD21-F065-E8DC-BAD91CA1721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4EDE7A2-ABCA-A684-0A7B-217D3B7509BF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9B5100A7-A017-8DA1-296D-6867A1D8D1B7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B9227468-2ABE-5811-B995-038E9FEBEC57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5B7DA75B-F9ED-2752-E223-C2AE46D9FC41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FB147562-4E90-B7C4-9C9C-C600C3209396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B0B2AFE7-0FB3-BB80-D17C-411C674071B0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E8F76E6F-9129-E678-7626-B78CA53C2A87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35FE2DCE-6498-10E9-F09A-1DD4B635BF39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8C4B402-9C0E-3E30-E033-A2D9F15323A6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3E292EB-E1AA-6C46-5214-CE406F0CCE60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1076899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82A5E3FA-9CA5-D507-15DB-7C9586DE0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16869B69-51AB-454A-D10A-BC4FA6F34ED8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A9F4770-2EDD-BB5A-3C21-8BE0E30C734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4A86A9F5-8A1B-1A89-F576-027A4218A63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ABE2D921-A41E-0218-8268-B086C839E0B1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9588FB4-B96A-A6C2-EDAC-9FC35E0ED57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8435FF5-4D58-FF61-35F4-E673B6100CFF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C8A8DEA7-AEB1-32F3-D4C1-2DA74D89A63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40AA57B6-970C-41F9-17EF-B98BFF12FC3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2DF286B-10A4-3F41-5D59-84E41AC1A8D3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8BA409A1-767C-45F1-9DFC-DD5A791507BC}"/>
              </a:ext>
            </a:extLst>
          </p:cNvPr>
          <p:cNvSpPr/>
          <p:nvPr/>
        </p:nvSpPr>
        <p:spPr>
          <a:xfrm>
            <a:off x="12395940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305F5A41-E805-D7D9-7E76-45FF6908361D}"/>
              </a:ext>
            </a:extLst>
          </p:cNvPr>
          <p:cNvSpPr/>
          <p:nvPr/>
        </p:nvSpPr>
        <p:spPr>
          <a:xfrm>
            <a:off x="12395940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454BC3EC-8B77-19EF-B43A-777407A08B2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D24DD12-A261-5FE1-8C4F-737229A6A150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DF9C2926-5CEF-BC66-E6F0-7CAE2DCEC0A8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CB359605-36EF-6509-AEFB-52845532E962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E53BC3C0-F352-8901-5416-8E96B76877F6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BE0DD081-8730-57BF-82D8-D008CD00D4EB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0FF83569-B8AD-3817-B1F6-A1FA70D48BD4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19880AAF-FA4F-1E83-03EB-00C9904B2F86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36625B37-BBF5-80B1-3149-733BA890FFB6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68C7474D-9835-4EA2-5027-3BE180DD9F90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D287031-BBC6-F71F-FA01-597FA53DF904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3898486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5A2A595E-89C9-DBFE-54A6-F0BDBD212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C8169670-FEA0-998F-603A-26E5E3C3CED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2E7A4788-B51D-F9D7-5273-8D8E32E0EF8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6212ABA5-F19C-A888-5574-52016D0310E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7146C62-CBA4-107E-6E2B-FD96ABD0EE6E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59E98A4-48F8-E73F-1959-BB7B2395E25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DCE664E-A4E1-B8FA-803A-4640222CE990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472DE61C-1E4C-B2D8-38E5-C316A0538140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64018F4-A097-A648-8B2B-3AE55AF3E00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2932627-CBEA-6C2D-97C6-F581FA27081E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FC6F0988-99FB-137D-67F7-05B5A9816499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89980944-1942-2BC2-8162-F5502E2D3D32}"/>
              </a:ext>
            </a:extLst>
          </p:cNvPr>
          <p:cNvSpPr/>
          <p:nvPr/>
        </p:nvSpPr>
        <p:spPr>
          <a:xfrm>
            <a:off x="18668888" y="195787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5D6F3F5E-E672-0C1D-FBBB-FCE8D53D094D}"/>
              </a:ext>
            </a:extLst>
          </p:cNvPr>
          <p:cNvSpPr/>
          <p:nvPr/>
        </p:nvSpPr>
        <p:spPr>
          <a:xfrm>
            <a:off x="18668888" y="2681513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F352622-5E9D-BB9A-73AC-7E20E4193F5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4211F125-61A1-8CF4-7715-5F6FE1C31FE1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E2712A31-AE8E-A156-8193-B4CCF85ADE07}"/>
              </a:ext>
            </a:extLst>
          </p:cNvPr>
          <p:cNvSpPr/>
          <p:nvPr/>
        </p:nvSpPr>
        <p:spPr>
          <a:xfrm>
            <a:off x="18668888" y="3523043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8098C960-FCB1-E6C9-566A-1DB5525C240C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81153B3B-2390-0930-C067-7B7BC2246080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4F7D583C-A2C8-DD42-D239-3D883247C0EA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B465E629-5EFB-25C0-FE86-860DCEA99BFD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5B61E9F2-9E12-E52B-3343-BE899E701A1F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A795FE8B-862C-9793-F732-7485D7AA04D2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909A9D16-5F73-8C63-470F-DCCD77FC0C03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2952492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1048</Words>
  <Application>Microsoft Office PowerPoint</Application>
  <PresentationFormat>Personalizados</PresentationFormat>
  <Paragraphs>135</Paragraphs>
  <Slides>10</Slides>
  <Notes>10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3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Luís Daniel Caramelo Muacho</cp:lastModifiedBy>
  <cp:revision>9</cp:revision>
  <dcterms:modified xsi:type="dcterms:W3CDTF">2025-11-02T19:28:31Z</dcterms:modified>
</cp:coreProperties>
</file>