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6" r:id="rId4"/>
    <p:sldId id="265" r:id="rId5"/>
    <p:sldId id="264" r:id="rId6"/>
    <p:sldId id="263" r:id="rId7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427" y="38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B4749A3-56B1-E607-DB76-0864AB0B0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4E610C75-9320-80A0-5315-D09A59B3E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2B19EEA1-68BD-A9B9-C4F5-7F3A1BEAC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155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B4749A3-56B1-E607-DB76-0864AB0B0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4E610C75-9320-80A0-5315-D09A59B3E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2B19EEA1-68BD-A9B9-C4F5-7F3A1BEAC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3003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6B0C9F3-30BD-9812-462E-4AA20D29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3C59B85E-343F-5489-3940-A06EC3A43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CA367FC2-FE75-43A8-1D69-937E6B4F0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590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b307b5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3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C18DBC82-D3B9-F6B6-CFC3-60D01F64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0F16DA7C-9924-187E-9709-0F9EE8F85CEF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18BD1EA4-2EE3-92BA-7360-891EF4E7E7FC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D098676-C5D4-A2CF-568A-12036DE186D5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31F09A4B-4906-F7E4-93AA-2A61D98ECA82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8616EC9-6AEA-3781-D975-A5BB998FD711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C8ACDA0-5773-093B-70AE-B37C4EECA171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80EDF97-7F3D-E3BC-9F1B-D0F47955E57C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0E5A4DC-D1F7-1E09-4136-AF263E5BA6F2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ACF4A3B-D575-530F-1519-350A41CA1689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Everyone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D2CF3F6E-8E38-E497-0569-C60CF8497DEE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751D2581-7CE1-F919-2CBF-5D1FACC356AA}"/>
              </a:ext>
            </a:extLst>
          </p:cNvPr>
          <p:cNvSpPr/>
          <p:nvPr/>
        </p:nvSpPr>
        <p:spPr>
          <a:xfrm>
            <a:off x="18668888" y="24979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1783E29B-3D15-5902-5FDF-80E60183B5CB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F4ECFFE2-0B29-548F-5D13-90F75573D8B4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GB" dirty="0">
                <a:latin typeface="Consolas" panose="020B0609020204030204" pitchFamily="49" charset="0"/>
              </a:rPr>
              <a:t>As a player brand new to </a:t>
            </a:r>
            <a:r>
              <a:rPr lang="en-GB" dirty="0" err="1">
                <a:latin typeface="Consolas" panose="020B0609020204030204" pitchFamily="49" charset="0"/>
              </a:rPr>
              <a:t>Mindustry</a:t>
            </a:r>
            <a:r>
              <a:rPr lang="en-GB" dirty="0">
                <a:latin typeface="Consolas" panose="020B0609020204030204" pitchFamily="49" charset="0"/>
              </a:rPr>
              <a:t>, I want a more intuitive game tutorial so that I don't get lost and demotivated</a:t>
            </a:r>
            <a:r>
              <a:rPr lang="en-GB" dirty="0"/>
              <a:t>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3F08F2E4-5C0A-6429-E570-05BF8E056CCD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2: As an experienced player I think we should have a greater diversity of towers that can help us automate the way we defend order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9682B54A-BD00-BA0D-52F5-F1C2429C4452}"/>
              </a:ext>
            </a:extLst>
          </p:cNvPr>
          <p:cNvSpPr/>
          <p:nvPr/>
        </p:nvSpPr>
        <p:spPr>
          <a:xfrm>
            <a:off x="405410" y="698292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3465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C18DBC82-D3B9-F6B6-CFC3-60D01F64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0F16DA7C-9924-187E-9709-0F9EE8F85CEF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18BD1EA4-2EE3-92BA-7360-891EF4E7E7FC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D098676-C5D4-A2CF-568A-12036DE186D5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31F09A4B-4906-F7E4-93AA-2A61D98ECA82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8616EC9-6AEA-3781-D975-A5BB998FD711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C8ACDA0-5773-093B-70AE-B37C4EECA171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80EDF97-7F3D-E3BC-9F1B-D0F47955E57C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0E5A4DC-D1F7-1E09-4136-AF263E5BA6F2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ACF4A3B-D575-530F-1519-350A41CA1689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Everyone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FF5EBA4F-5AE3-D872-15DA-15671D02B94A}"/>
              </a:ext>
            </a:extLst>
          </p:cNvPr>
          <p:cNvSpPr/>
          <p:nvPr/>
        </p:nvSpPr>
        <p:spPr>
          <a:xfrm>
            <a:off x="9365775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Find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code</a:t>
            </a: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smells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510FD173-F7C9-E02E-0CA7-C2A3ADC6C413}"/>
              </a:ext>
            </a:extLst>
          </p:cNvPr>
          <p:cNvSpPr/>
          <p:nvPr/>
        </p:nvSpPr>
        <p:spPr>
          <a:xfrm>
            <a:off x="9365775" y="2686865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other’s</a:t>
            </a: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code</a:t>
            </a: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smells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D2CF3F6E-8E38-E497-0569-C60CF8497DEE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751D2581-7CE1-F919-2CBF-5D1FACC356AA}"/>
              </a:ext>
            </a:extLst>
          </p:cNvPr>
          <p:cNvSpPr/>
          <p:nvPr/>
        </p:nvSpPr>
        <p:spPr>
          <a:xfrm>
            <a:off x="18668888" y="24979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1783E29B-3D15-5902-5FDF-80E60183B5CB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F4ECFFE2-0B29-548F-5D13-90F75573D8B4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GB" dirty="0">
                <a:latin typeface="Consolas" panose="020B0609020204030204" pitchFamily="49" charset="0"/>
              </a:rPr>
              <a:t>As a player brand new to </a:t>
            </a:r>
            <a:r>
              <a:rPr lang="en-GB" dirty="0" err="1">
                <a:latin typeface="Consolas" panose="020B0609020204030204" pitchFamily="49" charset="0"/>
              </a:rPr>
              <a:t>Mindustry</a:t>
            </a:r>
            <a:r>
              <a:rPr lang="en-GB" dirty="0">
                <a:latin typeface="Consolas" panose="020B0609020204030204" pitchFamily="49" charset="0"/>
              </a:rPr>
              <a:t>, I want a more intuitive game tutorial so that I don't get lost and demotivated</a:t>
            </a:r>
            <a:r>
              <a:rPr lang="en-GB" dirty="0"/>
              <a:t>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3F08F2E4-5C0A-6429-E570-05BF8E056CCD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2: As an experienced player I think we should have a greater diversity of towers that can help us automate the way we defend order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9682B54A-BD00-BA0D-52F5-F1C2429C4452}"/>
              </a:ext>
            </a:extLst>
          </p:cNvPr>
          <p:cNvSpPr/>
          <p:nvPr/>
        </p:nvSpPr>
        <p:spPr>
          <a:xfrm>
            <a:off x="405410" y="698292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8072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4A15492-BB6D-6EDD-3E0F-613AFA3F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5C325581-318E-7C60-4414-25A738B1F62D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A9F6BCA-F1EA-03A0-83F6-8E741D955654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CAAC3E4-D095-5205-3175-51E505B61B70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AA58BE0-86E5-9DB3-6413-A2770A18E8AB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AB320CA-0493-0D65-AFD5-17EB953027D5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07B39276-9AD9-67C0-2C1F-34D62026ED7F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0560FFA-D4F6-E49E-FD02-E60FD8EBD009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FFCB1D51-2D8E-F225-4241-FD30842395B7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336F24EC-533B-0B81-0960-48E61050505F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latin typeface="Consolas"/>
                <a:ea typeface="Consolas"/>
                <a:cs typeface="Consolas"/>
                <a:sym typeface="Consolas"/>
              </a:rPr>
              <a:t>Everyone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76FC83AC-D357-D683-0AFD-6391125A141C}"/>
              </a:ext>
            </a:extLst>
          </p:cNvPr>
          <p:cNvSpPr/>
          <p:nvPr/>
        </p:nvSpPr>
        <p:spPr>
          <a:xfrm>
            <a:off x="12395940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Find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code</a:t>
            </a: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smells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711F6AF6-DAC4-0CE8-964D-D1D5FB7F2355}"/>
              </a:ext>
            </a:extLst>
          </p:cNvPr>
          <p:cNvSpPr/>
          <p:nvPr/>
        </p:nvSpPr>
        <p:spPr>
          <a:xfrm>
            <a:off x="12395940" y="2827704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other’s</a:t>
            </a: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code</a:t>
            </a:r>
            <a:r>
              <a:rPr lang="pt-PT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PT" sz="2000" dirty="0" err="1">
                <a:latin typeface="Consolas"/>
                <a:ea typeface="Consolas"/>
                <a:cs typeface="Consolas"/>
                <a:sym typeface="Consolas"/>
              </a:rPr>
              <a:t>smells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82C67DC8-6EE3-758E-1B7D-B02DC38A28DF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75B12E97-696A-549F-0B49-DAA02A47AF1F}"/>
              </a:ext>
            </a:extLst>
          </p:cNvPr>
          <p:cNvSpPr/>
          <p:nvPr/>
        </p:nvSpPr>
        <p:spPr>
          <a:xfrm>
            <a:off x="18668888" y="24979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D88B46FF-7411-BD90-007B-73357DC0A224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1D38C6BA-D637-2226-9135-574BF5689915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GB" dirty="0">
                <a:latin typeface="Consolas" panose="020B0609020204030204" pitchFamily="49" charset="0"/>
              </a:rPr>
              <a:t>As a player brand new to </a:t>
            </a:r>
            <a:r>
              <a:rPr lang="en-GB" dirty="0" err="1">
                <a:latin typeface="Consolas" panose="020B0609020204030204" pitchFamily="49" charset="0"/>
              </a:rPr>
              <a:t>Mindustry</a:t>
            </a:r>
            <a:r>
              <a:rPr lang="en-GB" dirty="0">
                <a:latin typeface="Consolas" panose="020B0609020204030204" pitchFamily="49" charset="0"/>
              </a:rPr>
              <a:t>, I want a more intuitive game tutorial so that I don't get lost and demotivated</a:t>
            </a:r>
            <a:r>
              <a:rPr lang="en-GB" dirty="0"/>
              <a:t>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785E36BD-4181-7E9A-9747-D8049CA0431D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2: As an experienced player I think we should have a greater diversity of towers that can help us automate the way we defend order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F013D15B-437E-B68A-AB6B-D29EC9FFCF1F}"/>
              </a:ext>
            </a:extLst>
          </p:cNvPr>
          <p:cNvSpPr/>
          <p:nvPr/>
        </p:nvSpPr>
        <p:spPr>
          <a:xfrm>
            <a:off x="405410" y="698292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2820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3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378</Words>
  <Application>Microsoft Office PowerPoint</Application>
  <PresentationFormat>Personalizados</PresentationFormat>
  <Paragraphs>45</Paragraphs>
  <Slides>6</Slides>
  <Notes>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9" baseType="lpstr">
      <vt:lpstr>Arial</vt:lpstr>
      <vt:lpstr>Consolas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Luís Daniel Caramelo Muacho</cp:lastModifiedBy>
  <cp:revision>6</cp:revision>
  <dcterms:modified xsi:type="dcterms:W3CDTF">2025-10-29T23:13:39Z</dcterms:modified>
</cp:coreProperties>
</file>