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427" y="38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E0E378A-D116-BBD3-5136-7C194A16D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A368D1F6-07A5-2348-5B9D-FF82E907D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36739EB5-C20B-8108-5580-93749512D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930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CA7DF52-F925-F144-C562-E031562AF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EF65B610-AAFA-B1FA-11A6-B4D3D8CF3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F09BBE76-9435-219C-99E0-44755D55AC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587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Everyone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9284473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Test the game’s gameplay, testing mechanics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6267536" y="801800"/>
            <a:ext cx="2410800" cy="2253727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As an owner, I believe that all team members should be familiar with the project that they will be working at so that will be easier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FC6F0387-3D45-D3FF-3DA2-E679A0AA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A6B68F5C-B610-D5E5-A6F9-E9B9B26AB99C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7882043-254D-6019-0E24-2EF4650756D3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387FD76-6AEA-EA34-48F4-CFCA16DA7FDA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6ED979FA-53EC-A93D-7D64-F0FFE653BCB4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BF2F2F7F-FABC-4429-D50C-21BFB30976F1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994DC683-1D64-8587-A0D2-DA4A478522C7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135C18B-7E69-B1A2-80ED-21C44320DE92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DB496702-8453-1BCC-477D-7B7370FC52BD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467B1AB-66EE-1C0B-374B-67D31DA39A79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Everyone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32320604-C865-4A1A-72A4-8AAC302903D6}"/>
              </a:ext>
            </a:extLst>
          </p:cNvPr>
          <p:cNvSpPr/>
          <p:nvPr/>
        </p:nvSpPr>
        <p:spPr>
          <a:xfrm>
            <a:off x="12395940" y="92372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Test the game’s gameplay, testing mechanics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5">
            <a:extLst>
              <a:ext uri="{FF2B5EF4-FFF2-40B4-BE49-F238E27FC236}">
                <a16:creationId xmlns:a16="http://schemas.microsoft.com/office/drawing/2014/main" id="{8DFFE774-CDC7-6292-519D-588DD4CEBEEF}"/>
              </a:ext>
            </a:extLst>
          </p:cNvPr>
          <p:cNvSpPr/>
          <p:nvPr/>
        </p:nvSpPr>
        <p:spPr>
          <a:xfrm>
            <a:off x="167288" y="923720"/>
            <a:ext cx="2410800" cy="2253727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As an owner, I believe that all team members should be familiar with the project that they will be working at so that will be easier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2EF2EF00-5D02-DC39-A6CE-EF49FB4E5A34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73681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27E78BC-5FCE-65A2-DB4F-002605F14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FB56CA6F-31F9-EFE5-956B-835EAAC139EF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8A95CD59-F468-5FFC-F6CB-EC0305C23E56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E788C3D-3CEC-1139-698D-2E98E8EC09F9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F733209D-5E90-E84B-C032-6F4634E5E98C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BB5BE17C-8E53-B6FC-57DD-C1BB431F4000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6C9FC2FC-4BC3-E401-E920-56DF3647CBC3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4F053264-8EB3-A398-5CCE-6CA3EA819766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0AD96FC-68CC-A10C-E8EC-F1093D1AF670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09F8585-B9D3-56AE-C0C6-7AB7FEF3C453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Everyone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0AB6F859-4E7D-0033-16D7-1C4EB1BBFA58}"/>
              </a:ext>
            </a:extLst>
          </p:cNvPr>
          <p:cNvSpPr/>
          <p:nvPr/>
        </p:nvSpPr>
        <p:spPr>
          <a:xfrm>
            <a:off x="12395940" y="92372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Test the game’s gameplay, testing mechanics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5">
            <a:extLst>
              <a:ext uri="{FF2B5EF4-FFF2-40B4-BE49-F238E27FC236}">
                <a16:creationId xmlns:a16="http://schemas.microsoft.com/office/drawing/2014/main" id="{7D06EF3E-3B03-C309-0EC6-E4D4F5038F7C}"/>
              </a:ext>
            </a:extLst>
          </p:cNvPr>
          <p:cNvSpPr/>
          <p:nvPr/>
        </p:nvSpPr>
        <p:spPr>
          <a:xfrm>
            <a:off x="167288" y="923720"/>
            <a:ext cx="2410800" cy="2253727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As an owner, I believe that all team members should be familiar with the project that they will be working at so that will be easier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D5AB9794-15BA-4F5A-EDE0-FB36BA1E094B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547011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</Words>
  <Application>Microsoft Office PowerPoint</Application>
  <PresentationFormat>Personalizados</PresentationFormat>
  <Paragraphs>31</Paragraphs>
  <Slides>5</Slides>
  <Notes>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8" baseType="lpstr">
      <vt:lpstr>Arial</vt:lpstr>
      <vt:lpstr>Consolas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Filipe Moreira Braz Nobre</cp:lastModifiedBy>
  <cp:revision>1</cp:revision>
  <dcterms:modified xsi:type="dcterms:W3CDTF">2025-11-29T21:02:54Z</dcterms:modified>
</cp:coreProperties>
</file>