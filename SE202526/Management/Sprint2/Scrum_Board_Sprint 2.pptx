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64" r:id="rId4"/>
    <p:sldId id="268" r:id="rId5"/>
    <p:sldId id="269" r:id="rId6"/>
    <p:sldId id="266" r:id="rId7"/>
    <p:sldId id="270" r:id="rId8"/>
    <p:sldId id="263" r:id="rId9"/>
  </p:sldIdLst>
  <p:sldSz cx="21599525" cy="1079976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402">
          <p15:clr>
            <a:srgbClr val="747775"/>
          </p15:clr>
        </p15:guide>
        <p15:guide id="2" pos="6803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34" d="100"/>
          <a:sy n="34" d="100"/>
        </p:scale>
        <p:origin x="90" y="1116"/>
      </p:cViewPr>
      <p:guideLst>
        <p:guide orient="horz" pos="3402"/>
        <p:guide pos="680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78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850b307b58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850b307b58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26B0C9F3-30BD-9812-462E-4AA20D29B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50b307b58_0_0:notes">
            <a:extLst>
              <a:ext uri="{FF2B5EF4-FFF2-40B4-BE49-F238E27FC236}">
                <a16:creationId xmlns:a16="http://schemas.microsoft.com/office/drawing/2014/main" id="{3C59B85E-343F-5489-3940-A06EC3A439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850b307b58_0_0:notes">
            <a:extLst>
              <a:ext uri="{FF2B5EF4-FFF2-40B4-BE49-F238E27FC236}">
                <a16:creationId xmlns:a16="http://schemas.microsoft.com/office/drawing/2014/main" id="{CA367FC2-FE75-43A8-1D69-937E6B4F04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315905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D4791629-962B-B84A-143A-E46BC2526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50b307b58_0_0:notes">
            <a:extLst>
              <a:ext uri="{FF2B5EF4-FFF2-40B4-BE49-F238E27FC236}">
                <a16:creationId xmlns:a16="http://schemas.microsoft.com/office/drawing/2014/main" id="{64EDCD6B-38DA-798F-E3D4-1B7F0AF51D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850b307b58_0_0:notes">
            <a:extLst>
              <a:ext uri="{FF2B5EF4-FFF2-40B4-BE49-F238E27FC236}">
                <a16:creationId xmlns:a16="http://schemas.microsoft.com/office/drawing/2014/main" id="{ECC3D147-3CD8-3EE7-F6A1-6D6D10667F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73162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A9896F5C-7C9D-43B6-8EC4-F1021603B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50b307b58_0_0:notes">
            <a:extLst>
              <a:ext uri="{FF2B5EF4-FFF2-40B4-BE49-F238E27FC236}">
                <a16:creationId xmlns:a16="http://schemas.microsoft.com/office/drawing/2014/main" id="{178779AC-3B01-7EDE-288E-735D091FCC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850b307b58_0_0:notes">
            <a:extLst>
              <a:ext uri="{FF2B5EF4-FFF2-40B4-BE49-F238E27FC236}">
                <a16:creationId xmlns:a16="http://schemas.microsoft.com/office/drawing/2014/main" id="{F58829B2-F900-F30C-6505-AD48A89C9F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01965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14C4E32A-5149-8F44-8E88-9EE43650C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50b307b58_0_0:notes">
            <a:extLst>
              <a:ext uri="{FF2B5EF4-FFF2-40B4-BE49-F238E27FC236}">
                <a16:creationId xmlns:a16="http://schemas.microsoft.com/office/drawing/2014/main" id="{AF92C0D8-E4EF-C18D-4414-884B7683BC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850b307b58_0_0:notes">
            <a:extLst>
              <a:ext uri="{FF2B5EF4-FFF2-40B4-BE49-F238E27FC236}">
                <a16:creationId xmlns:a16="http://schemas.microsoft.com/office/drawing/2014/main" id="{C0DE848B-22B6-8F7C-B203-84A964B140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69299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5B82B626-92A1-565E-FE36-EED1FEF0F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50b307b58_0_0:notes">
            <a:extLst>
              <a:ext uri="{FF2B5EF4-FFF2-40B4-BE49-F238E27FC236}">
                <a16:creationId xmlns:a16="http://schemas.microsoft.com/office/drawing/2014/main" id="{9C3BA62D-66D6-538E-99AA-9C12354153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850b307b58_0_0:notes">
            <a:extLst>
              <a:ext uri="{FF2B5EF4-FFF2-40B4-BE49-F238E27FC236}">
                <a16:creationId xmlns:a16="http://schemas.microsoft.com/office/drawing/2014/main" id="{D1DF498D-F137-563C-7FDD-3EACDB4AB7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9756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850b307b58_0_2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850b307b58_0_2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36319" y="1563412"/>
            <a:ext cx="20127600" cy="431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36299" y="5950919"/>
            <a:ext cx="20127600" cy="166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736299" y="4516220"/>
            <a:ext cx="20127600" cy="176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736299" y="934436"/>
            <a:ext cx="20127600" cy="12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736299" y="2419895"/>
            <a:ext cx="20127600" cy="71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736299" y="934436"/>
            <a:ext cx="20127600" cy="12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736299" y="2419895"/>
            <a:ext cx="9448500" cy="71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11415118" y="2419895"/>
            <a:ext cx="9448500" cy="71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736299" y="934436"/>
            <a:ext cx="20127600" cy="12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736299" y="1166614"/>
            <a:ext cx="6633000" cy="158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736299" y="2917795"/>
            <a:ext cx="6633000" cy="667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1158071" y="945197"/>
            <a:ext cx="15042000" cy="858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10800000" y="-262"/>
            <a:ext cx="10800000" cy="108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627165" y="2589344"/>
            <a:ext cx="9555900" cy="311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627165" y="5885722"/>
            <a:ext cx="9555900" cy="259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11668110" y="1520367"/>
            <a:ext cx="9063900" cy="775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736299" y="8883097"/>
            <a:ext cx="14170500" cy="127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736299" y="2322572"/>
            <a:ext cx="20127600" cy="412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736299" y="6618845"/>
            <a:ext cx="20127600" cy="273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36299" y="934436"/>
            <a:ext cx="20127600" cy="12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36299" y="2419895"/>
            <a:ext cx="20127600" cy="71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Vmw_I2.png"/>
          <p:cNvPicPr preferRelativeResize="0"/>
          <p:nvPr/>
        </p:nvPicPr>
        <p:blipFill>
          <a:blip r:embed="rId3">
            <a:alphaModFix amt="51000"/>
          </a:blip>
          <a:stretch>
            <a:fillRect/>
          </a:stretch>
        </p:blipFill>
        <p:spPr>
          <a:xfrm>
            <a:off x="0" y="0"/>
            <a:ext cx="21600000" cy="108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9838" y="4015113"/>
            <a:ext cx="19880325" cy="276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 title="Vmw_I2.png"/>
          <p:cNvPicPr preferRelativeResize="0"/>
          <p:nvPr/>
        </p:nvPicPr>
        <p:blipFill>
          <a:blip r:embed="rId3">
            <a:alphaModFix amt="51000"/>
          </a:blip>
          <a:stretch>
            <a:fillRect/>
          </a:stretch>
        </p:blipFill>
        <p:spPr>
          <a:xfrm>
            <a:off x="0" y="0"/>
            <a:ext cx="21600000" cy="108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/>
          <p:nvPr/>
        </p:nvSpPr>
        <p:spPr>
          <a:xfrm>
            <a:off x="814250" y="3300663"/>
            <a:ext cx="19971500" cy="419867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 dirty="0">
                <a:ln w="114300" cap="flat" cmpd="sng">
                  <a:solidFill>
                    <a:srgbClr val="434343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lt1"/>
                </a:solidFill>
                <a:latin typeface="Consolas"/>
              </a:rPr>
              <a:t>Sprint </a:t>
            </a:r>
            <a:r>
              <a:rPr lang="pt-PT" b="1" i="0" dirty="0">
                <a:ln w="114300" cap="flat" cmpd="sng">
                  <a:solidFill>
                    <a:srgbClr val="434343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lt1"/>
                </a:solidFill>
                <a:latin typeface="Consolas"/>
              </a:rPr>
              <a:t>2</a:t>
            </a:r>
            <a:endParaRPr b="1" i="0" dirty="0">
              <a:ln w="114300" cap="flat" cmpd="sng">
                <a:solidFill>
                  <a:srgbClr val="434343"/>
                </a:solidFill>
                <a:prstDash val="solid"/>
                <a:round/>
                <a:headEnd type="none" w="sm" len="sm"/>
                <a:tailEnd type="none" w="sm" len="sm"/>
              </a:ln>
              <a:solidFill>
                <a:schemeClr val="lt1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94A15492-BB6D-6EDD-3E0F-613AFA3FB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Google Shape;66;p15">
            <a:extLst>
              <a:ext uri="{FF2B5EF4-FFF2-40B4-BE49-F238E27FC236}">
                <a16:creationId xmlns:a16="http://schemas.microsoft.com/office/drawing/2014/main" id="{5C325581-318E-7C60-4414-25A738B1F62D}"/>
              </a:ext>
            </a:extLst>
          </p:cNvPr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0A9F6BCA-F1EA-03A0-83F6-8E741D955654}"/>
              </a:ext>
            </a:extLst>
          </p:cNvPr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8CAAC3E4-D095-5205-3175-51E505B61B70}"/>
              </a:ext>
            </a:extLst>
          </p:cNvPr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9" name="Google Shape;69;p15">
            <a:extLst>
              <a:ext uri="{FF2B5EF4-FFF2-40B4-BE49-F238E27FC236}">
                <a16:creationId xmlns:a16="http://schemas.microsoft.com/office/drawing/2014/main" id="{8AA58BE0-86E5-9DB3-6413-A2770A18E8AB}"/>
              </a:ext>
            </a:extLst>
          </p:cNvPr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0" name="Google Shape;70;p15">
            <a:extLst>
              <a:ext uri="{FF2B5EF4-FFF2-40B4-BE49-F238E27FC236}">
                <a16:creationId xmlns:a16="http://schemas.microsoft.com/office/drawing/2014/main" id="{3AB320CA-0493-0D65-AFD5-17EB953027D5}"/>
              </a:ext>
            </a:extLst>
          </p:cNvPr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1" name="Google Shape;71;p15">
            <a:extLst>
              <a:ext uri="{FF2B5EF4-FFF2-40B4-BE49-F238E27FC236}">
                <a16:creationId xmlns:a16="http://schemas.microsoft.com/office/drawing/2014/main" id="{07B39276-9AD9-67C0-2C1F-34D62026ED7F}"/>
              </a:ext>
            </a:extLst>
          </p:cNvPr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B0560FFA-D4F6-E49E-FD02-E60FD8EBD009}"/>
              </a:ext>
            </a:extLst>
          </p:cNvPr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3" name="Google Shape;73;p15">
            <a:extLst>
              <a:ext uri="{FF2B5EF4-FFF2-40B4-BE49-F238E27FC236}">
                <a16:creationId xmlns:a16="http://schemas.microsoft.com/office/drawing/2014/main" id="{FFCB1D51-2D8E-F225-4241-FD30842395B7}"/>
              </a:ext>
            </a:extLst>
          </p:cNvPr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336F24EC-533B-0B81-0960-48E61050505F}"/>
              </a:ext>
            </a:extLst>
          </p:cNvPr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800" b="1" dirty="0">
                <a:latin typeface="Consolas"/>
                <a:ea typeface="Consolas"/>
                <a:cs typeface="Consolas"/>
                <a:sym typeface="Consolas"/>
              </a:rPr>
              <a:t>Everyone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80" name="Google Shape;80;p15">
            <a:extLst>
              <a:ext uri="{FF2B5EF4-FFF2-40B4-BE49-F238E27FC236}">
                <a16:creationId xmlns:a16="http://schemas.microsoft.com/office/drawing/2014/main" id="{28246492-137E-01EE-293C-79312D5A3E04}"/>
              </a:ext>
            </a:extLst>
          </p:cNvPr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81" name="Google Shape;81;p15">
            <a:extLst>
              <a:ext uri="{FF2B5EF4-FFF2-40B4-BE49-F238E27FC236}">
                <a16:creationId xmlns:a16="http://schemas.microsoft.com/office/drawing/2014/main" id="{D54C1464-32B2-EBF1-F401-1028CD7E8205}"/>
              </a:ext>
            </a:extLst>
          </p:cNvPr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82" name="Google Shape;82;p15">
            <a:extLst>
              <a:ext uri="{FF2B5EF4-FFF2-40B4-BE49-F238E27FC236}">
                <a16:creationId xmlns:a16="http://schemas.microsoft.com/office/drawing/2014/main" id="{1C91087C-E060-E28C-3E4E-2CCF075CD24A}"/>
              </a:ext>
            </a:extLst>
          </p:cNvPr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83" name="Google Shape;83;p15">
            <a:extLst>
              <a:ext uri="{FF2B5EF4-FFF2-40B4-BE49-F238E27FC236}">
                <a16:creationId xmlns:a16="http://schemas.microsoft.com/office/drawing/2014/main" id="{BCDE03AB-EDC6-415B-449E-E9BACF1518A4}"/>
              </a:ext>
            </a:extLst>
          </p:cNvPr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84" name="Google Shape;84;p15">
            <a:extLst>
              <a:ext uri="{FF2B5EF4-FFF2-40B4-BE49-F238E27FC236}">
                <a16:creationId xmlns:a16="http://schemas.microsoft.com/office/drawing/2014/main" id="{E1A66C83-4BFA-5237-578D-CA1871DE88FF}"/>
              </a:ext>
            </a:extLst>
          </p:cNvPr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85" name="Google Shape;85;p15">
            <a:extLst>
              <a:ext uri="{FF2B5EF4-FFF2-40B4-BE49-F238E27FC236}">
                <a16:creationId xmlns:a16="http://schemas.microsoft.com/office/drawing/2014/main" id="{06FF7B36-75C4-2DFA-1A5A-5BB73BE5DE6A}"/>
              </a:ext>
            </a:extLst>
          </p:cNvPr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88" name="Google Shape;88;p15">
            <a:extLst>
              <a:ext uri="{FF2B5EF4-FFF2-40B4-BE49-F238E27FC236}">
                <a16:creationId xmlns:a16="http://schemas.microsoft.com/office/drawing/2014/main" id="{76FC83AC-D357-D683-0AFD-6391125A141C}"/>
              </a:ext>
            </a:extLst>
          </p:cNvPr>
          <p:cNvSpPr/>
          <p:nvPr/>
        </p:nvSpPr>
        <p:spPr>
          <a:xfrm>
            <a:off x="9365775" y="801800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T1: Make 3 User Stories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0" name="Google Shape;90;p15">
            <a:extLst>
              <a:ext uri="{FF2B5EF4-FFF2-40B4-BE49-F238E27FC236}">
                <a16:creationId xmlns:a16="http://schemas.microsoft.com/office/drawing/2014/main" id="{711F6AF6-DAC4-0CE8-964D-D1D5FB7F2355}"/>
              </a:ext>
            </a:extLst>
          </p:cNvPr>
          <p:cNvSpPr/>
          <p:nvPr/>
        </p:nvSpPr>
        <p:spPr>
          <a:xfrm>
            <a:off x="12423686" y="801800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T2: Everyone: Playing the game so we can experience the user’s needs.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91" name="Google Shape;91;p15">
            <a:extLst>
              <a:ext uri="{FF2B5EF4-FFF2-40B4-BE49-F238E27FC236}">
                <a16:creationId xmlns:a16="http://schemas.microsoft.com/office/drawing/2014/main" id="{82C67DC8-6EE3-758E-1B7D-B02DC38A28DF}"/>
              </a:ext>
            </a:extLst>
          </p:cNvPr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128206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83B8124B-3414-C1DB-DCC5-E96062D64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Google Shape;66;p15">
            <a:extLst>
              <a:ext uri="{FF2B5EF4-FFF2-40B4-BE49-F238E27FC236}">
                <a16:creationId xmlns:a16="http://schemas.microsoft.com/office/drawing/2014/main" id="{6E9A0665-73AA-999C-17C8-A5F8BB974978}"/>
              </a:ext>
            </a:extLst>
          </p:cNvPr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4E872FAB-0CB2-0751-2991-C31643C5ED95}"/>
              </a:ext>
            </a:extLst>
          </p:cNvPr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0CCF152F-3CBF-9254-0167-38913567B6E9}"/>
              </a:ext>
            </a:extLst>
          </p:cNvPr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9" name="Google Shape;69;p15">
            <a:extLst>
              <a:ext uri="{FF2B5EF4-FFF2-40B4-BE49-F238E27FC236}">
                <a16:creationId xmlns:a16="http://schemas.microsoft.com/office/drawing/2014/main" id="{20BCD9CE-CB28-6363-4C50-D33DA50CE389}"/>
              </a:ext>
            </a:extLst>
          </p:cNvPr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0" name="Google Shape;70;p15">
            <a:extLst>
              <a:ext uri="{FF2B5EF4-FFF2-40B4-BE49-F238E27FC236}">
                <a16:creationId xmlns:a16="http://schemas.microsoft.com/office/drawing/2014/main" id="{05DF4A94-80A9-9B72-56C9-92B64EB09C92}"/>
              </a:ext>
            </a:extLst>
          </p:cNvPr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1" name="Google Shape;71;p15">
            <a:extLst>
              <a:ext uri="{FF2B5EF4-FFF2-40B4-BE49-F238E27FC236}">
                <a16:creationId xmlns:a16="http://schemas.microsoft.com/office/drawing/2014/main" id="{2C76C9F6-35B3-9D81-6696-B2846653B3FA}"/>
              </a:ext>
            </a:extLst>
          </p:cNvPr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0D47C745-981B-4ECD-A252-C9D55244363F}"/>
              </a:ext>
            </a:extLst>
          </p:cNvPr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3" name="Google Shape;73;p15">
            <a:extLst>
              <a:ext uri="{FF2B5EF4-FFF2-40B4-BE49-F238E27FC236}">
                <a16:creationId xmlns:a16="http://schemas.microsoft.com/office/drawing/2014/main" id="{7EA87648-16CC-095C-77C2-6E5BF31B2F26}"/>
              </a:ext>
            </a:extLst>
          </p:cNvPr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56BC99DC-6D55-D358-E710-F57039A553A9}"/>
              </a:ext>
            </a:extLst>
          </p:cNvPr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800" b="1" dirty="0">
                <a:latin typeface="Consolas"/>
                <a:ea typeface="Consolas"/>
                <a:cs typeface="Consolas"/>
                <a:sym typeface="Consolas"/>
              </a:rPr>
              <a:t>Everyone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80" name="Google Shape;80;p15">
            <a:extLst>
              <a:ext uri="{FF2B5EF4-FFF2-40B4-BE49-F238E27FC236}">
                <a16:creationId xmlns:a16="http://schemas.microsoft.com/office/drawing/2014/main" id="{ABCBBAD5-DC9B-0D6C-FFE6-9C066D4A59EB}"/>
              </a:ext>
            </a:extLst>
          </p:cNvPr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81" name="Google Shape;81;p15">
            <a:extLst>
              <a:ext uri="{FF2B5EF4-FFF2-40B4-BE49-F238E27FC236}">
                <a16:creationId xmlns:a16="http://schemas.microsoft.com/office/drawing/2014/main" id="{C6C3F072-C5A4-E966-C9B3-8C091CE78AF6}"/>
              </a:ext>
            </a:extLst>
          </p:cNvPr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82" name="Google Shape;82;p15">
            <a:extLst>
              <a:ext uri="{FF2B5EF4-FFF2-40B4-BE49-F238E27FC236}">
                <a16:creationId xmlns:a16="http://schemas.microsoft.com/office/drawing/2014/main" id="{41D80055-B6FA-64BF-D1F2-9024DF4B46BD}"/>
              </a:ext>
            </a:extLst>
          </p:cNvPr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83" name="Google Shape;83;p15">
            <a:extLst>
              <a:ext uri="{FF2B5EF4-FFF2-40B4-BE49-F238E27FC236}">
                <a16:creationId xmlns:a16="http://schemas.microsoft.com/office/drawing/2014/main" id="{39917E10-4E35-6654-F3C4-76C43A2F168A}"/>
              </a:ext>
            </a:extLst>
          </p:cNvPr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84" name="Google Shape;84;p15">
            <a:extLst>
              <a:ext uri="{FF2B5EF4-FFF2-40B4-BE49-F238E27FC236}">
                <a16:creationId xmlns:a16="http://schemas.microsoft.com/office/drawing/2014/main" id="{CDCBB890-E709-70F4-7493-F92BA60CCA9A}"/>
              </a:ext>
            </a:extLst>
          </p:cNvPr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85" name="Google Shape;85;p15">
            <a:extLst>
              <a:ext uri="{FF2B5EF4-FFF2-40B4-BE49-F238E27FC236}">
                <a16:creationId xmlns:a16="http://schemas.microsoft.com/office/drawing/2014/main" id="{41338EC8-C591-48FD-E4D5-9B4ACC893BD7}"/>
              </a:ext>
            </a:extLst>
          </p:cNvPr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88" name="Google Shape;88;p15">
            <a:extLst>
              <a:ext uri="{FF2B5EF4-FFF2-40B4-BE49-F238E27FC236}">
                <a16:creationId xmlns:a16="http://schemas.microsoft.com/office/drawing/2014/main" id="{07BF3656-FF1E-2907-7226-C27B775ACF37}"/>
              </a:ext>
            </a:extLst>
          </p:cNvPr>
          <p:cNvSpPr/>
          <p:nvPr/>
        </p:nvSpPr>
        <p:spPr>
          <a:xfrm>
            <a:off x="9365775" y="801800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T1: Make 3 User Stories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0" name="Google Shape;90;p15">
            <a:extLst>
              <a:ext uri="{FF2B5EF4-FFF2-40B4-BE49-F238E27FC236}">
                <a16:creationId xmlns:a16="http://schemas.microsoft.com/office/drawing/2014/main" id="{38379336-2214-8532-18BC-9C484C5D4BD1}"/>
              </a:ext>
            </a:extLst>
          </p:cNvPr>
          <p:cNvSpPr/>
          <p:nvPr/>
        </p:nvSpPr>
        <p:spPr>
          <a:xfrm>
            <a:off x="12423686" y="801800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T2: Everyone: Playing the game so we can experience the user’s needs.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91" name="Google Shape;91;p15">
            <a:extLst>
              <a:ext uri="{FF2B5EF4-FFF2-40B4-BE49-F238E27FC236}">
                <a16:creationId xmlns:a16="http://schemas.microsoft.com/office/drawing/2014/main" id="{B03F3D28-CC27-DF2F-6BE6-CA842826710A}"/>
              </a:ext>
            </a:extLst>
          </p:cNvPr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973186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CC6B90C2-19EB-33E4-49B9-D4B782F29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Google Shape;66;p15">
            <a:extLst>
              <a:ext uri="{FF2B5EF4-FFF2-40B4-BE49-F238E27FC236}">
                <a16:creationId xmlns:a16="http://schemas.microsoft.com/office/drawing/2014/main" id="{AFEEE8BA-15DC-2688-9A16-FF8F97C71BAB}"/>
              </a:ext>
            </a:extLst>
          </p:cNvPr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AD157A12-6B8D-0AFF-7992-E7A470D1C867}"/>
              </a:ext>
            </a:extLst>
          </p:cNvPr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26B2ED3A-D461-91A4-643D-4530662E54EB}"/>
              </a:ext>
            </a:extLst>
          </p:cNvPr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9" name="Google Shape;69;p15">
            <a:extLst>
              <a:ext uri="{FF2B5EF4-FFF2-40B4-BE49-F238E27FC236}">
                <a16:creationId xmlns:a16="http://schemas.microsoft.com/office/drawing/2014/main" id="{4BF8AB26-AF62-82C1-2095-5DCD7D19D5B3}"/>
              </a:ext>
            </a:extLst>
          </p:cNvPr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0" name="Google Shape;70;p15">
            <a:extLst>
              <a:ext uri="{FF2B5EF4-FFF2-40B4-BE49-F238E27FC236}">
                <a16:creationId xmlns:a16="http://schemas.microsoft.com/office/drawing/2014/main" id="{30C378EC-386B-AAE2-E044-D6E37DBB91F3}"/>
              </a:ext>
            </a:extLst>
          </p:cNvPr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1" name="Google Shape;71;p15">
            <a:extLst>
              <a:ext uri="{FF2B5EF4-FFF2-40B4-BE49-F238E27FC236}">
                <a16:creationId xmlns:a16="http://schemas.microsoft.com/office/drawing/2014/main" id="{58D51895-B7FD-414B-B581-0D78A18E718E}"/>
              </a:ext>
            </a:extLst>
          </p:cNvPr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030F1499-6BE2-FE4D-66F3-195E70AAB6D8}"/>
              </a:ext>
            </a:extLst>
          </p:cNvPr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3" name="Google Shape;73;p15">
            <a:extLst>
              <a:ext uri="{FF2B5EF4-FFF2-40B4-BE49-F238E27FC236}">
                <a16:creationId xmlns:a16="http://schemas.microsoft.com/office/drawing/2014/main" id="{81E3B811-66D6-E424-63CD-2AD7CD298E33}"/>
              </a:ext>
            </a:extLst>
          </p:cNvPr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CBCB9E93-ECD8-BDB0-1BD8-16AD5A3E6E6E}"/>
              </a:ext>
            </a:extLst>
          </p:cNvPr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800" b="1" dirty="0">
                <a:latin typeface="Consolas"/>
                <a:ea typeface="Consolas"/>
                <a:cs typeface="Consolas"/>
                <a:sym typeface="Consolas"/>
              </a:rPr>
              <a:t>Everyone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80" name="Google Shape;80;p15">
            <a:extLst>
              <a:ext uri="{FF2B5EF4-FFF2-40B4-BE49-F238E27FC236}">
                <a16:creationId xmlns:a16="http://schemas.microsoft.com/office/drawing/2014/main" id="{593C3F45-1177-7341-CE82-146E1856FA84}"/>
              </a:ext>
            </a:extLst>
          </p:cNvPr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81" name="Google Shape;81;p15">
            <a:extLst>
              <a:ext uri="{FF2B5EF4-FFF2-40B4-BE49-F238E27FC236}">
                <a16:creationId xmlns:a16="http://schemas.microsoft.com/office/drawing/2014/main" id="{A3A5516C-1D40-5D82-390E-2EC900AA4451}"/>
              </a:ext>
            </a:extLst>
          </p:cNvPr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82" name="Google Shape;82;p15">
            <a:extLst>
              <a:ext uri="{FF2B5EF4-FFF2-40B4-BE49-F238E27FC236}">
                <a16:creationId xmlns:a16="http://schemas.microsoft.com/office/drawing/2014/main" id="{2F798096-516D-961C-BDE5-B79C0E560033}"/>
              </a:ext>
            </a:extLst>
          </p:cNvPr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83" name="Google Shape;83;p15">
            <a:extLst>
              <a:ext uri="{FF2B5EF4-FFF2-40B4-BE49-F238E27FC236}">
                <a16:creationId xmlns:a16="http://schemas.microsoft.com/office/drawing/2014/main" id="{B15E02CC-E0C5-F1F5-6AA4-D11FEA816133}"/>
              </a:ext>
            </a:extLst>
          </p:cNvPr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84" name="Google Shape;84;p15">
            <a:extLst>
              <a:ext uri="{FF2B5EF4-FFF2-40B4-BE49-F238E27FC236}">
                <a16:creationId xmlns:a16="http://schemas.microsoft.com/office/drawing/2014/main" id="{7CB0FD78-1C5B-9097-BFAD-7AD40BFAFCEA}"/>
              </a:ext>
            </a:extLst>
          </p:cNvPr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85" name="Google Shape;85;p15">
            <a:extLst>
              <a:ext uri="{FF2B5EF4-FFF2-40B4-BE49-F238E27FC236}">
                <a16:creationId xmlns:a16="http://schemas.microsoft.com/office/drawing/2014/main" id="{B269AF1F-DCB1-A24A-F100-386C7898FC5D}"/>
              </a:ext>
            </a:extLst>
          </p:cNvPr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88" name="Google Shape;88;p15">
            <a:extLst>
              <a:ext uri="{FF2B5EF4-FFF2-40B4-BE49-F238E27FC236}">
                <a16:creationId xmlns:a16="http://schemas.microsoft.com/office/drawing/2014/main" id="{3A53FE7F-8951-D2E6-B0E3-DF2FB2D6D10D}"/>
              </a:ext>
            </a:extLst>
          </p:cNvPr>
          <p:cNvSpPr/>
          <p:nvPr/>
        </p:nvSpPr>
        <p:spPr>
          <a:xfrm>
            <a:off x="9365775" y="801800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T1: Make 3 User Stories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0" name="Google Shape;90;p15">
            <a:extLst>
              <a:ext uri="{FF2B5EF4-FFF2-40B4-BE49-F238E27FC236}">
                <a16:creationId xmlns:a16="http://schemas.microsoft.com/office/drawing/2014/main" id="{940D8C87-8D28-4F95-2103-17B42519FD2F}"/>
              </a:ext>
            </a:extLst>
          </p:cNvPr>
          <p:cNvSpPr/>
          <p:nvPr/>
        </p:nvSpPr>
        <p:spPr>
          <a:xfrm>
            <a:off x="12423686" y="801800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T2: Everyone: Playing the game so we can experience the user’s needs.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91" name="Google Shape;91;p15">
            <a:extLst>
              <a:ext uri="{FF2B5EF4-FFF2-40B4-BE49-F238E27FC236}">
                <a16:creationId xmlns:a16="http://schemas.microsoft.com/office/drawing/2014/main" id="{F59C929F-950C-2949-D2A6-255E07A7745D}"/>
              </a:ext>
            </a:extLst>
          </p:cNvPr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619360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15EBDA39-95D8-FBD1-1FDC-EA0FAFD8B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Google Shape;66;p15">
            <a:extLst>
              <a:ext uri="{FF2B5EF4-FFF2-40B4-BE49-F238E27FC236}">
                <a16:creationId xmlns:a16="http://schemas.microsoft.com/office/drawing/2014/main" id="{0F5E0D96-D722-F999-090B-49A3AFEB384C}"/>
              </a:ext>
            </a:extLst>
          </p:cNvPr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D5A910C2-5949-E768-D547-19D615B7783B}"/>
              </a:ext>
            </a:extLst>
          </p:cNvPr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6C19EDDE-877D-B71F-EF99-93B194BB2039}"/>
              </a:ext>
            </a:extLst>
          </p:cNvPr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9" name="Google Shape;69;p15">
            <a:extLst>
              <a:ext uri="{FF2B5EF4-FFF2-40B4-BE49-F238E27FC236}">
                <a16:creationId xmlns:a16="http://schemas.microsoft.com/office/drawing/2014/main" id="{D94E61AF-E33F-2B5D-B1E3-5F9472907971}"/>
              </a:ext>
            </a:extLst>
          </p:cNvPr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0" name="Google Shape;70;p15">
            <a:extLst>
              <a:ext uri="{FF2B5EF4-FFF2-40B4-BE49-F238E27FC236}">
                <a16:creationId xmlns:a16="http://schemas.microsoft.com/office/drawing/2014/main" id="{9C5E4EAB-12C4-3FCE-14A7-6CC61F331224}"/>
              </a:ext>
            </a:extLst>
          </p:cNvPr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1" name="Google Shape;71;p15">
            <a:extLst>
              <a:ext uri="{FF2B5EF4-FFF2-40B4-BE49-F238E27FC236}">
                <a16:creationId xmlns:a16="http://schemas.microsoft.com/office/drawing/2014/main" id="{2C53DB08-76FB-26C7-58BD-836941F8A93B}"/>
              </a:ext>
            </a:extLst>
          </p:cNvPr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9895267B-03D3-67FD-273A-46D5411A11FD}"/>
              </a:ext>
            </a:extLst>
          </p:cNvPr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3" name="Google Shape;73;p15">
            <a:extLst>
              <a:ext uri="{FF2B5EF4-FFF2-40B4-BE49-F238E27FC236}">
                <a16:creationId xmlns:a16="http://schemas.microsoft.com/office/drawing/2014/main" id="{EDC7A3C0-78A4-C7FF-9B1B-8FDF70398BF5}"/>
              </a:ext>
            </a:extLst>
          </p:cNvPr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27E7EC52-13AF-BC6E-2D89-300B679693F5}"/>
              </a:ext>
            </a:extLst>
          </p:cNvPr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Filipe Nobre 67850</a:t>
            </a: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84B04372-E5B8-4296-6DDB-674B95A21996}"/>
              </a:ext>
            </a:extLst>
          </p:cNvPr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Dinis Raleiras 67819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B2C467F3-771E-2EE2-D95E-BD78007A9EA8}"/>
              </a:ext>
            </a:extLst>
          </p:cNvPr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pt-PT" sz="1800" b="1" dirty="0">
                <a:latin typeface="Consolas"/>
                <a:ea typeface="Consolas"/>
                <a:cs typeface="Consolas"/>
                <a:sym typeface="Consolas"/>
              </a:rPr>
              <a:t>Francisco Rodrigues 67753</a:t>
            </a:r>
          </a:p>
        </p:txBody>
      </p:sp>
      <p:sp>
        <p:nvSpPr>
          <p:cNvPr id="77" name="Google Shape;77;p15">
            <a:extLst>
              <a:ext uri="{FF2B5EF4-FFF2-40B4-BE49-F238E27FC236}">
                <a16:creationId xmlns:a16="http://schemas.microsoft.com/office/drawing/2014/main" id="{2CCD4253-A52C-81A5-E639-2E3F4E5C776F}"/>
              </a:ext>
            </a:extLst>
          </p:cNvPr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Miguel Rosalino 68210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25480FC8-0520-74A9-7E25-24D94F3E0A51}"/>
              </a:ext>
            </a:extLst>
          </p:cNvPr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Leandro Rodrigues 68211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9" name="Google Shape;79;p15">
            <a:extLst>
              <a:ext uri="{FF2B5EF4-FFF2-40B4-BE49-F238E27FC236}">
                <a16:creationId xmlns:a16="http://schemas.microsoft.com/office/drawing/2014/main" id="{A3B99D0A-8009-9A46-A6EB-7E9A68A4998E}"/>
              </a:ext>
            </a:extLst>
          </p:cNvPr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Luís </a:t>
            </a:r>
            <a:r>
              <a:rPr lang="en-GB" sz="1800" b="1" dirty="0" err="1">
                <a:latin typeface="Consolas"/>
                <a:ea typeface="Consolas"/>
                <a:cs typeface="Consolas"/>
                <a:sym typeface="Consolas"/>
              </a:rPr>
              <a:t>Muacho</a:t>
            </a: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 68301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80" name="Google Shape;80;p15">
            <a:extLst>
              <a:ext uri="{FF2B5EF4-FFF2-40B4-BE49-F238E27FC236}">
                <a16:creationId xmlns:a16="http://schemas.microsoft.com/office/drawing/2014/main" id="{7C9EBC39-5BF9-EE21-C19D-CBB3937B9885}"/>
              </a:ext>
            </a:extLst>
          </p:cNvPr>
          <p:cNvCxnSpPr/>
          <p:nvPr/>
        </p:nvCxnSpPr>
        <p:spPr>
          <a:xfrm>
            <a:off x="5557325" y="1611290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81" name="Google Shape;81;p15">
            <a:extLst>
              <a:ext uri="{FF2B5EF4-FFF2-40B4-BE49-F238E27FC236}">
                <a16:creationId xmlns:a16="http://schemas.microsoft.com/office/drawing/2014/main" id="{BFAE6666-BF3D-287A-23CF-44A3D1127C4A}"/>
              </a:ext>
            </a:extLst>
          </p:cNvPr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82" name="Google Shape;82;p15">
            <a:extLst>
              <a:ext uri="{FF2B5EF4-FFF2-40B4-BE49-F238E27FC236}">
                <a16:creationId xmlns:a16="http://schemas.microsoft.com/office/drawing/2014/main" id="{ABC44C95-A82F-DE20-5131-C270D8BE3F8B}"/>
              </a:ext>
            </a:extLst>
          </p:cNvPr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83" name="Google Shape;83;p15">
            <a:extLst>
              <a:ext uri="{FF2B5EF4-FFF2-40B4-BE49-F238E27FC236}">
                <a16:creationId xmlns:a16="http://schemas.microsoft.com/office/drawing/2014/main" id="{40E18A52-7304-D884-1771-1E11F58B1E5C}"/>
              </a:ext>
            </a:extLst>
          </p:cNvPr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84" name="Google Shape;84;p15">
            <a:extLst>
              <a:ext uri="{FF2B5EF4-FFF2-40B4-BE49-F238E27FC236}">
                <a16:creationId xmlns:a16="http://schemas.microsoft.com/office/drawing/2014/main" id="{52CAB78B-53C8-6242-AED0-89D9285F7C65}"/>
              </a:ext>
            </a:extLst>
          </p:cNvPr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85" name="Google Shape;85;p15">
            <a:extLst>
              <a:ext uri="{FF2B5EF4-FFF2-40B4-BE49-F238E27FC236}">
                <a16:creationId xmlns:a16="http://schemas.microsoft.com/office/drawing/2014/main" id="{3AD749DE-7DC7-9472-5C6F-33CD36524BE2}"/>
              </a:ext>
            </a:extLst>
          </p:cNvPr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91" name="Google Shape;91;p15">
            <a:extLst>
              <a:ext uri="{FF2B5EF4-FFF2-40B4-BE49-F238E27FC236}">
                <a16:creationId xmlns:a16="http://schemas.microsoft.com/office/drawing/2014/main" id="{AA56477C-8307-AB1C-EAC2-9B3C825E4A6D}"/>
              </a:ext>
            </a:extLst>
          </p:cNvPr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88;p15">
            <a:extLst>
              <a:ext uri="{FF2B5EF4-FFF2-40B4-BE49-F238E27FC236}">
                <a16:creationId xmlns:a16="http://schemas.microsoft.com/office/drawing/2014/main" id="{92796C8E-39F2-838D-CCAD-2BB5036E3411}"/>
              </a:ext>
            </a:extLst>
          </p:cNvPr>
          <p:cNvSpPr/>
          <p:nvPr/>
        </p:nvSpPr>
        <p:spPr>
          <a:xfrm>
            <a:off x="405410" y="801787"/>
            <a:ext cx="1867580" cy="2826315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US 2: As an experienced player I think we should have a greater diversity of towers that can help us automate the way we defend order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" name="Google Shape;88;p15">
            <a:extLst>
              <a:ext uri="{FF2B5EF4-FFF2-40B4-BE49-F238E27FC236}">
                <a16:creationId xmlns:a16="http://schemas.microsoft.com/office/drawing/2014/main" id="{41CB14FF-61A9-F674-64C5-957DBEB9D239}"/>
              </a:ext>
            </a:extLst>
          </p:cNvPr>
          <p:cNvSpPr/>
          <p:nvPr/>
        </p:nvSpPr>
        <p:spPr>
          <a:xfrm>
            <a:off x="12592055" y="4537370"/>
            <a:ext cx="2410800" cy="2246887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T1: Make 1 User Stories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" name="Google Shape;88;p15">
            <a:extLst>
              <a:ext uri="{FF2B5EF4-FFF2-40B4-BE49-F238E27FC236}">
                <a16:creationId xmlns:a16="http://schemas.microsoft.com/office/drawing/2014/main" id="{2B4DC71E-E3E1-0CC3-77A3-8530E51C2D94}"/>
              </a:ext>
            </a:extLst>
          </p:cNvPr>
          <p:cNvSpPr/>
          <p:nvPr/>
        </p:nvSpPr>
        <p:spPr>
          <a:xfrm>
            <a:off x="319060" y="7281245"/>
            <a:ext cx="1867580" cy="3160613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US 1: As Player, I want to have access to a sandbox (free play) so that I can freely experiment with different constructions and strategies without enemies or attack waves.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" name="Google Shape;90;p15">
            <a:extLst>
              <a:ext uri="{FF2B5EF4-FFF2-40B4-BE49-F238E27FC236}">
                <a16:creationId xmlns:a16="http://schemas.microsoft.com/office/drawing/2014/main" id="{BA96EEA2-3084-3EC9-65CD-467AE8D23CB7}"/>
              </a:ext>
            </a:extLst>
          </p:cNvPr>
          <p:cNvSpPr/>
          <p:nvPr/>
        </p:nvSpPr>
        <p:spPr>
          <a:xfrm>
            <a:off x="18668888" y="849419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T2: Everyone: Playing the game so we can experience the user’s needs.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" name="Google Shape;88;p15">
            <a:extLst>
              <a:ext uri="{FF2B5EF4-FFF2-40B4-BE49-F238E27FC236}">
                <a16:creationId xmlns:a16="http://schemas.microsoft.com/office/drawing/2014/main" id="{F16D0E1F-1BDF-A399-B9AC-D3AAF151766E}"/>
              </a:ext>
            </a:extLst>
          </p:cNvPr>
          <p:cNvSpPr/>
          <p:nvPr/>
        </p:nvSpPr>
        <p:spPr>
          <a:xfrm>
            <a:off x="15532407" y="902789"/>
            <a:ext cx="2410800" cy="2703681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PT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PT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PT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PT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PT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>
                <a:latin typeface="Consolas"/>
                <a:ea typeface="Consolas"/>
                <a:cs typeface="Consolas"/>
                <a:sym typeface="Consolas"/>
              </a:rPr>
              <a:t>R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eview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User Storie 1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" name="Google Shape;88;p15">
            <a:extLst>
              <a:ext uri="{FF2B5EF4-FFF2-40B4-BE49-F238E27FC236}">
                <a16:creationId xmlns:a16="http://schemas.microsoft.com/office/drawing/2014/main" id="{3C548731-9615-A2CC-1EA9-9C4C62B3F689}"/>
              </a:ext>
            </a:extLst>
          </p:cNvPr>
          <p:cNvSpPr/>
          <p:nvPr/>
        </p:nvSpPr>
        <p:spPr>
          <a:xfrm>
            <a:off x="15532407" y="7509710"/>
            <a:ext cx="2410800" cy="2703681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PT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PT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PT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PT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PT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>
                <a:latin typeface="Consolas"/>
                <a:ea typeface="Consolas"/>
                <a:cs typeface="Consolas"/>
                <a:sym typeface="Consolas"/>
              </a:rPr>
              <a:t>R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eview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User Storie 2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24112476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17CADF80-30EA-7ED1-B8F0-1F898A4C1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Google Shape;66;p15">
            <a:extLst>
              <a:ext uri="{FF2B5EF4-FFF2-40B4-BE49-F238E27FC236}">
                <a16:creationId xmlns:a16="http://schemas.microsoft.com/office/drawing/2014/main" id="{20BDE7ED-46FE-B372-68F1-3F8CEFA4C8A8}"/>
              </a:ext>
            </a:extLst>
          </p:cNvPr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3E4C6218-33E9-5A6B-D59B-E3C922E11DE4}"/>
              </a:ext>
            </a:extLst>
          </p:cNvPr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AB8F9F2D-434E-9EAE-4E74-CEABC15D5835}"/>
              </a:ext>
            </a:extLst>
          </p:cNvPr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9" name="Google Shape;69;p15">
            <a:extLst>
              <a:ext uri="{FF2B5EF4-FFF2-40B4-BE49-F238E27FC236}">
                <a16:creationId xmlns:a16="http://schemas.microsoft.com/office/drawing/2014/main" id="{6A58B8F2-FFAE-3102-36AD-025EC4A95EB4}"/>
              </a:ext>
            </a:extLst>
          </p:cNvPr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0" name="Google Shape;70;p15">
            <a:extLst>
              <a:ext uri="{FF2B5EF4-FFF2-40B4-BE49-F238E27FC236}">
                <a16:creationId xmlns:a16="http://schemas.microsoft.com/office/drawing/2014/main" id="{CEFBDB8A-C383-E570-FAF3-7489165D18AF}"/>
              </a:ext>
            </a:extLst>
          </p:cNvPr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1" name="Google Shape;71;p15">
            <a:extLst>
              <a:ext uri="{FF2B5EF4-FFF2-40B4-BE49-F238E27FC236}">
                <a16:creationId xmlns:a16="http://schemas.microsoft.com/office/drawing/2014/main" id="{2AA64DEB-6A17-96DC-0019-4C821F5370AB}"/>
              </a:ext>
            </a:extLst>
          </p:cNvPr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E55B46FA-41CB-6E2C-7CF4-F2515793CBBE}"/>
              </a:ext>
            </a:extLst>
          </p:cNvPr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3" name="Google Shape;73;p15">
            <a:extLst>
              <a:ext uri="{FF2B5EF4-FFF2-40B4-BE49-F238E27FC236}">
                <a16:creationId xmlns:a16="http://schemas.microsoft.com/office/drawing/2014/main" id="{A335C5AC-171C-623F-131F-0C72250F6069}"/>
              </a:ext>
            </a:extLst>
          </p:cNvPr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F1FE2907-55F9-2769-1740-56B4748D1C72}"/>
              </a:ext>
            </a:extLst>
          </p:cNvPr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Everyone:</a:t>
            </a:r>
          </a:p>
        </p:txBody>
      </p:sp>
      <p:cxnSp>
        <p:nvCxnSpPr>
          <p:cNvPr id="80" name="Google Shape;80;p15">
            <a:extLst>
              <a:ext uri="{FF2B5EF4-FFF2-40B4-BE49-F238E27FC236}">
                <a16:creationId xmlns:a16="http://schemas.microsoft.com/office/drawing/2014/main" id="{A311C014-D4A6-472C-629B-A0FFE6433622}"/>
              </a:ext>
            </a:extLst>
          </p:cNvPr>
          <p:cNvCxnSpPr/>
          <p:nvPr/>
        </p:nvCxnSpPr>
        <p:spPr>
          <a:xfrm>
            <a:off x="5557325" y="1611290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91" name="Google Shape;91;p15">
            <a:extLst>
              <a:ext uri="{FF2B5EF4-FFF2-40B4-BE49-F238E27FC236}">
                <a16:creationId xmlns:a16="http://schemas.microsoft.com/office/drawing/2014/main" id="{F80A88D8-D1BB-067B-CD9A-F58D82420DB4}"/>
              </a:ext>
            </a:extLst>
          </p:cNvPr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88;p15">
            <a:extLst>
              <a:ext uri="{FF2B5EF4-FFF2-40B4-BE49-F238E27FC236}">
                <a16:creationId xmlns:a16="http://schemas.microsoft.com/office/drawing/2014/main" id="{4FDF4414-FC06-FC32-B9D9-08A0BDE0359F}"/>
              </a:ext>
            </a:extLst>
          </p:cNvPr>
          <p:cNvSpPr/>
          <p:nvPr/>
        </p:nvSpPr>
        <p:spPr>
          <a:xfrm>
            <a:off x="405410" y="801787"/>
            <a:ext cx="1867580" cy="2826315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US 2: As an experienced player I think we should have a greater diversity of towers that can help us automate the way we defend order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" name="Google Shape;88;p15">
            <a:extLst>
              <a:ext uri="{FF2B5EF4-FFF2-40B4-BE49-F238E27FC236}">
                <a16:creationId xmlns:a16="http://schemas.microsoft.com/office/drawing/2014/main" id="{0A069D35-16D7-804C-742F-207039B7D853}"/>
              </a:ext>
            </a:extLst>
          </p:cNvPr>
          <p:cNvSpPr/>
          <p:nvPr/>
        </p:nvSpPr>
        <p:spPr>
          <a:xfrm>
            <a:off x="319060" y="7281245"/>
            <a:ext cx="1867580" cy="3160613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US 1: As Player, I want to have access to a sandbox (free play) so that I can freely experiment with different constructions and strategies without enemies or attack waves.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" name="Google Shape;90;p15">
            <a:extLst>
              <a:ext uri="{FF2B5EF4-FFF2-40B4-BE49-F238E27FC236}">
                <a16:creationId xmlns:a16="http://schemas.microsoft.com/office/drawing/2014/main" id="{78DDBB48-5F35-2C45-F4F7-6CAABC91C3D5}"/>
              </a:ext>
            </a:extLst>
          </p:cNvPr>
          <p:cNvSpPr/>
          <p:nvPr/>
        </p:nvSpPr>
        <p:spPr>
          <a:xfrm>
            <a:off x="18668888" y="849419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T2: Everyone: Playing the game so we can experience the user’s needs.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" name="Google Shape;88;p15">
            <a:extLst>
              <a:ext uri="{FF2B5EF4-FFF2-40B4-BE49-F238E27FC236}">
                <a16:creationId xmlns:a16="http://schemas.microsoft.com/office/drawing/2014/main" id="{F7421F48-8CD9-B964-0D9A-6E7F33FC1B46}"/>
              </a:ext>
            </a:extLst>
          </p:cNvPr>
          <p:cNvSpPr/>
          <p:nvPr/>
        </p:nvSpPr>
        <p:spPr>
          <a:xfrm>
            <a:off x="18668888" y="1923654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T1: Make 3 User Stories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" name="Google Shape;88;p15">
            <a:extLst>
              <a:ext uri="{FF2B5EF4-FFF2-40B4-BE49-F238E27FC236}">
                <a16:creationId xmlns:a16="http://schemas.microsoft.com/office/drawing/2014/main" id="{978165FE-FA06-8473-1A01-C3E7FD43AD66}"/>
              </a:ext>
            </a:extLst>
          </p:cNvPr>
          <p:cNvSpPr/>
          <p:nvPr/>
        </p:nvSpPr>
        <p:spPr>
          <a:xfrm>
            <a:off x="405410" y="3864677"/>
            <a:ext cx="1867580" cy="3160613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US 3:</a:t>
            </a:r>
            <a:r>
              <a:rPr lang="en-GB" dirty="0">
                <a:latin typeface="Consolas" panose="020B0609020204030204" pitchFamily="49" charset="0"/>
              </a:rPr>
              <a:t>As a player brand new to </a:t>
            </a:r>
            <a:r>
              <a:rPr lang="en-GB" dirty="0" err="1">
                <a:latin typeface="Consolas" panose="020B0609020204030204" pitchFamily="49" charset="0"/>
              </a:rPr>
              <a:t>Mindustry</a:t>
            </a:r>
            <a:r>
              <a:rPr lang="en-GB" dirty="0">
                <a:latin typeface="Consolas" panose="020B0609020204030204" pitchFamily="49" charset="0"/>
              </a:rPr>
              <a:t>, I want a more intuitive game tutorial so that I don't get lost and demotivated</a:t>
            </a:r>
            <a:r>
              <a:rPr lang="en-GB" dirty="0"/>
              <a:t>.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8288564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20" title="Vmw_I2.png"/>
          <p:cNvPicPr preferRelativeResize="0"/>
          <p:nvPr/>
        </p:nvPicPr>
        <p:blipFill>
          <a:blip r:embed="rId3">
            <a:alphaModFix amt="51000"/>
          </a:blip>
          <a:stretch>
            <a:fillRect/>
          </a:stretch>
        </p:blipFill>
        <p:spPr>
          <a:xfrm>
            <a:off x="0" y="0"/>
            <a:ext cx="21600000" cy="108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0"/>
          <p:cNvSpPr/>
          <p:nvPr/>
        </p:nvSpPr>
        <p:spPr>
          <a:xfrm>
            <a:off x="814250" y="3300663"/>
            <a:ext cx="19957567" cy="419867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 w="114300" cap="flat" cmpd="sng">
                  <a:solidFill>
                    <a:srgbClr val="434343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lt1"/>
                </a:solidFill>
                <a:latin typeface="Consolas"/>
              </a:rPr>
              <a:t>Sprint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338</Words>
  <Application>Microsoft Office PowerPoint</Application>
  <PresentationFormat>Custom</PresentationFormat>
  <Paragraphs>74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Consolas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Dinis Raleiras</cp:lastModifiedBy>
  <cp:revision>4</cp:revision>
  <dcterms:modified xsi:type="dcterms:W3CDTF">2025-10-24T18:04:25Z</dcterms:modified>
</cp:coreProperties>
</file>