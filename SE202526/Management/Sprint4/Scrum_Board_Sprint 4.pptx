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71" r:id="rId4"/>
    <p:sldId id="278" r:id="rId5"/>
    <p:sldId id="279" r:id="rId6"/>
    <p:sldId id="280" r:id="rId7"/>
    <p:sldId id="281" r:id="rId8"/>
    <p:sldId id="263" r:id="rId9"/>
  </p:sldIdLst>
  <p:sldSz cx="21599525" cy="1079976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EAD3"/>
    <a:srgbClr val="D0E0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3EEEFC6-9EA4-4517-B1F5-B4D7CDDF9AAF}" v="14" dt="2025-11-07T10:29:37.6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2" d="100"/>
          <a:sy n="52" d="100"/>
        </p:scale>
        <p:origin x="78" y="546"/>
      </p:cViewPr>
      <p:guideLst>
        <p:guide orient="horz" pos="3402"/>
        <p:guide pos="68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guel Rosalino" userId="142876607cca7130" providerId="LiveId" clId="{241F22B6-51C7-4BD9-87DD-DF73D06C2F54}"/>
    <pc:docChg chg="undo custSel addSld delSld modSld sldOrd">
      <pc:chgData name="Miguel Rosalino" userId="142876607cca7130" providerId="LiveId" clId="{241F22B6-51C7-4BD9-87DD-DF73D06C2F54}" dt="2025-11-07T10:30:45.361" v="474" actId="166"/>
      <pc:docMkLst>
        <pc:docMk/>
      </pc:docMkLst>
      <pc:sldChg chg="modSp mod">
        <pc:chgData name="Miguel Rosalino" userId="142876607cca7130" providerId="LiveId" clId="{241F22B6-51C7-4BD9-87DD-DF73D06C2F54}" dt="2025-11-03T20:21:02.420" v="235" actId="20577"/>
        <pc:sldMkLst>
          <pc:docMk/>
          <pc:sldMk cId="0" sldId="263"/>
        </pc:sldMkLst>
        <pc:spChg chg="mod">
          <ac:chgData name="Miguel Rosalino" userId="142876607cca7130" providerId="LiveId" clId="{241F22B6-51C7-4BD9-87DD-DF73D06C2F54}" dt="2025-11-03T20:21:02.420" v="235" actId="20577"/>
          <ac:spMkLst>
            <pc:docMk/>
            <pc:sldMk cId="0" sldId="263"/>
            <ac:spMk id="222" creationId="{00000000-0000-0000-0000-000000000000}"/>
          </ac:spMkLst>
        </pc:spChg>
      </pc:sldChg>
      <pc:sldChg chg="addSp delSp modSp mod ord">
        <pc:chgData name="Miguel Rosalino" userId="142876607cca7130" providerId="LiveId" clId="{241F22B6-51C7-4BD9-87DD-DF73D06C2F54}" dt="2025-11-07T10:29:11.997" v="391"/>
        <pc:sldMkLst>
          <pc:docMk/>
          <pc:sldMk cId="2952492342" sldId="271"/>
        </pc:sldMkLst>
        <pc:spChg chg="mod">
          <ac:chgData name="Miguel Rosalino" userId="142876607cca7130" providerId="LiveId" clId="{241F22B6-51C7-4BD9-87DD-DF73D06C2F54}" dt="2025-11-07T10:29:09.854" v="390" actId="1038"/>
          <ac:spMkLst>
            <pc:docMk/>
            <pc:sldMk cId="2952492342" sldId="271"/>
            <ac:spMk id="7" creationId="{4F7D583C-A2C8-DD42-D239-3D883247C0EA}"/>
          </ac:spMkLst>
        </pc:spChg>
        <pc:spChg chg="del mod">
          <ac:chgData name="Miguel Rosalino" userId="142876607cca7130" providerId="LiveId" clId="{241F22B6-51C7-4BD9-87DD-DF73D06C2F54}" dt="2025-11-07T10:28:37.750" v="310" actId="478"/>
          <ac:spMkLst>
            <pc:docMk/>
            <pc:sldMk cId="2952492342" sldId="271"/>
            <ac:spMk id="8" creationId="{B465E629-5EFB-25C0-FE86-860DCEA99BFD}"/>
          </ac:spMkLst>
        </pc:spChg>
        <pc:spChg chg="mod">
          <ac:chgData name="Miguel Rosalino" userId="142876607cca7130" providerId="LiveId" clId="{241F22B6-51C7-4BD9-87DD-DF73D06C2F54}" dt="2025-11-07T10:29:09.854" v="390" actId="1038"/>
          <ac:spMkLst>
            <pc:docMk/>
            <pc:sldMk cId="2952492342" sldId="271"/>
            <ac:spMk id="9" creationId="{5B61E9F2-9E12-E52B-3343-BE899E701A1F}"/>
          </ac:spMkLst>
        </pc:spChg>
        <pc:spChg chg="add del mod">
          <ac:chgData name="Miguel Rosalino" userId="142876607cca7130" providerId="LiveId" clId="{241F22B6-51C7-4BD9-87DD-DF73D06C2F54}" dt="2025-11-07T10:28:41.194" v="312" actId="478"/>
          <ac:spMkLst>
            <pc:docMk/>
            <pc:sldMk cId="2952492342" sldId="271"/>
            <ac:spMk id="10" creationId="{44FEE6C6-DC91-6D7F-91E1-3E5C18211419}"/>
          </ac:spMkLst>
        </pc:spChg>
        <pc:spChg chg="del mod">
          <ac:chgData name="Miguel Rosalino" userId="142876607cca7130" providerId="LiveId" clId="{241F22B6-51C7-4BD9-87DD-DF73D06C2F54}" dt="2025-11-07T10:28:39.780" v="311" actId="478"/>
          <ac:spMkLst>
            <pc:docMk/>
            <pc:sldMk cId="2952492342" sldId="271"/>
            <ac:spMk id="11" creationId="{A795FE8B-862C-9793-F732-7485D7AA04D2}"/>
          </ac:spMkLst>
        </pc:spChg>
        <pc:spChg chg="mod">
          <ac:chgData name="Miguel Rosalino" userId="142876607cca7130" providerId="LiveId" clId="{241F22B6-51C7-4BD9-87DD-DF73D06C2F54}" dt="2025-11-07T10:29:09.854" v="390" actId="1038"/>
          <ac:spMkLst>
            <pc:docMk/>
            <pc:sldMk cId="2952492342" sldId="271"/>
            <ac:spMk id="12" creationId="{909A9D16-5F73-8C63-470F-DCCD77FC0C03}"/>
          </ac:spMkLst>
        </pc:spChg>
        <pc:spChg chg="add mod">
          <ac:chgData name="Miguel Rosalino" userId="142876607cca7130" providerId="LiveId" clId="{241F22B6-51C7-4BD9-87DD-DF73D06C2F54}" dt="2025-11-07T10:29:11.997" v="391"/>
          <ac:spMkLst>
            <pc:docMk/>
            <pc:sldMk cId="2952492342" sldId="271"/>
            <ac:spMk id="13" creationId="{B719201B-58FA-88C3-E0D0-EC85D1FB7800}"/>
          </ac:spMkLst>
        </pc:spChg>
        <pc:spChg chg="add mod">
          <ac:chgData name="Miguel Rosalino" userId="142876607cca7130" providerId="LiveId" clId="{241F22B6-51C7-4BD9-87DD-DF73D06C2F54}" dt="2025-11-07T10:29:11.997" v="391"/>
          <ac:spMkLst>
            <pc:docMk/>
            <pc:sldMk cId="2952492342" sldId="271"/>
            <ac:spMk id="14" creationId="{A2F0057D-6A00-CDDD-22CB-7C80E40858BB}"/>
          </ac:spMkLst>
        </pc:spChg>
        <pc:spChg chg="add mod">
          <ac:chgData name="Miguel Rosalino" userId="142876607cca7130" providerId="LiveId" clId="{241F22B6-51C7-4BD9-87DD-DF73D06C2F54}" dt="2025-11-07T10:29:11.997" v="391"/>
          <ac:spMkLst>
            <pc:docMk/>
            <pc:sldMk cId="2952492342" sldId="271"/>
            <ac:spMk id="15" creationId="{B69D4E60-7BDE-3D5D-3EAA-E232C668F5E8}"/>
          </ac:spMkLst>
        </pc:spChg>
        <pc:spChg chg="del">
          <ac:chgData name="Miguel Rosalino" userId="142876607cca7130" providerId="LiveId" clId="{241F22B6-51C7-4BD9-87DD-DF73D06C2F54}" dt="2025-11-07T10:28:43.198" v="313" actId="478"/>
          <ac:spMkLst>
            <pc:docMk/>
            <pc:sldMk cId="2952492342" sldId="271"/>
            <ac:spMk id="90" creationId="{E2712A31-AE8E-A156-8193-B4CCF85ADE07}"/>
          </ac:spMkLst>
        </pc:spChg>
      </pc:sldChg>
      <pc:sldChg chg="modSp add del mod">
        <pc:chgData name="Miguel Rosalino" userId="142876607cca7130" providerId="LiveId" clId="{241F22B6-51C7-4BD9-87DD-DF73D06C2F54}" dt="2025-11-07T10:28:55.998" v="315" actId="47"/>
        <pc:sldMkLst>
          <pc:docMk/>
          <pc:sldMk cId="3930113259" sldId="272"/>
        </pc:sldMkLst>
        <pc:spChg chg="mod">
          <ac:chgData name="Miguel Rosalino" userId="142876607cca7130" providerId="LiveId" clId="{241F22B6-51C7-4BD9-87DD-DF73D06C2F54}" dt="2025-11-07T10:28:26.435" v="309" actId="1038"/>
          <ac:spMkLst>
            <pc:docMk/>
            <pc:sldMk cId="3930113259" sldId="272"/>
            <ac:spMk id="7" creationId="{E7DC8B5C-E8F5-FCCF-A4D4-8C9F392F3F60}"/>
          </ac:spMkLst>
        </pc:spChg>
        <pc:spChg chg="mod">
          <ac:chgData name="Miguel Rosalino" userId="142876607cca7130" providerId="LiveId" clId="{241F22B6-51C7-4BD9-87DD-DF73D06C2F54}" dt="2025-11-07T10:28:26.435" v="309" actId="1038"/>
          <ac:spMkLst>
            <pc:docMk/>
            <pc:sldMk cId="3930113259" sldId="272"/>
            <ac:spMk id="8" creationId="{43730C42-A009-9D24-EA88-5BC9331FE74C}"/>
          </ac:spMkLst>
        </pc:spChg>
        <pc:spChg chg="mod">
          <ac:chgData name="Miguel Rosalino" userId="142876607cca7130" providerId="LiveId" clId="{241F22B6-51C7-4BD9-87DD-DF73D06C2F54}" dt="2025-11-07T10:28:26.435" v="309" actId="1038"/>
          <ac:spMkLst>
            <pc:docMk/>
            <pc:sldMk cId="3930113259" sldId="272"/>
            <ac:spMk id="9" creationId="{FDCE5BD4-45C6-8A09-A023-83F4CD739280}"/>
          </ac:spMkLst>
        </pc:spChg>
        <pc:spChg chg="mod">
          <ac:chgData name="Miguel Rosalino" userId="142876607cca7130" providerId="LiveId" clId="{241F22B6-51C7-4BD9-87DD-DF73D06C2F54}" dt="2025-11-07T10:28:26.435" v="309" actId="1038"/>
          <ac:spMkLst>
            <pc:docMk/>
            <pc:sldMk cId="3930113259" sldId="272"/>
            <ac:spMk id="10" creationId="{BA166B5D-4143-F888-DCCC-2F46438A0558}"/>
          </ac:spMkLst>
        </pc:spChg>
        <pc:spChg chg="mod">
          <ac:chgData name="Miguel Rosalino" userId="142876607cca7130" providerId="LiveId" clId="{241F22B6-51C7-4BD9-87DD-DF73D06C2F54}" dt="2025-11-07T10:28:26.435" v="309" actId="1038"/>
          <ac:spMkLst>
            <pc:docMk/>
            <pc:sldMk cId="3930113259" sldId="272"/>
            <ac:spMk id="11" creationId="{BECBA5D2-F607-FE83-377F-B122D81C533E}"/>
          </ac:spMkLst>
        </pc:spChg>
        <pc:spChg chg="mod">
          <ac:chgData name="Miguel Rosalino" userId="142876607cca7130" providerId="LiveId" clId="{241F22B6-51C7-4BD9-87DD-DF73D06C2F54}" dt="2025-11-07T10:28:26.435" v="309" actId="1038"/>
          <ac:spMkLst>
            <pc:docMk/>
            <pc:sldMk cId="3930113259" sldId="272"/>
            <ac:spMk id="12" creationId="{7BDF2059-448F-C1A9-CC79-A4A6FEC52392}"/>
          </ac:spMkLst>
        </pc:spChg>
      </pc:sldChg>
      <pc:sldChg chg="add del">
        <pc:chgData name="Miguel Rosalino" userId="142876607cca7130" providerId="LiveId" clId="{241F22B6-51C7-4BD9-87DD-DF73D06C2F54}" dt="2025-11-07T10:29:30.662" v="450" actId="47"/>
        <pc:sldMkLst>
          <pc:docMk/>
          <pc:sldMk cId="2408479566" sldId="273"/>
        </pc:sldMkLst>
      </pc:sldChg>
      <pc:sldChg chg="add del">
        <pc:chgData name="Miguel Rosalino" userId="142876607cca7130" providerId="LiveId" clId="{241F22B6-51C7-4BD9-87DD-DF73D06C2F54}" dt="2025-11-07T10:29:31.230" v="451" actId="47"/>
        <pc:sldMkLst>
          <pc:docMk/>
          <pc:sldMk cId="2481068944" sldId="274"/>
        </pc:sldMkLst>
      </pc:sldChg>
      <pc:sldChg chg="add del">
        <pc:chgData name="Miguel Rosalino" userId="142876607cca7130" providerId="LiveId" clId="{241F22B6-51C7-4BD9-87DD-DF73D06C2F54}" dt="2025-11-07T10:29:31.677" v="452" actId="47"/>
        <pc:sldMkLst>
          <pc:docMk/>
          <pc:sldMk cId="2781914680" sldId="275"/>
        </pc:sldMkLst>
      </pc:sldChg>
      <pc:sldChg chg="add del">
        <pc:chgData name="Miguel Rosalino" userId="142876607cca7130" providerId="LiveId" clId="{241F22B6-51C7-4BD9-87DD-DF73D06C2F54}" dt="2025-11-07T10:29:32.221" v="453" actId="47"/>
        <pc:sldMkLst>
          <pc:docMk/>
          <pc:sldMk cId="4182286508" sldId="276"/>
        </pc:sldMkLst>
      </pc:sldChg>
      <pc:sldChg chg="add del">
        <pc:chgData name="Miguel Rosalino" userId="142876607cca7130" providerId="LiveId" clId="{241F22B6-51C7-4BD9-87DD-DF73D06C2F54}" dt="2025-11-07T10:29:32.728" v="454" actId="47"/>
        <pc:sldMkLst>
          <pc:docMk/>
          <pc:sldMk cId="1431218859" sldId="277"/>
        </pc:sldMkLst>
      </pc:sldChg>
      <pc:sldChg chg="modSp add mod">
        <pc:chgData name="Miguel Rosalino" userId="142876607cca7130" providerId="LiveId" clId="{241F22B6-51C7-4BD9-87DD-DF73D06C2F54}" dt="2025-11-07T10:29:25.083" v="449" actId="1037"/>
        <pc:sldMkLst>
          <pc:docMk/>
          <pc:sldMk cId="3509663994" sldId="278"/>
        </pc:sldMkLst>
        <pc:spChg chg="mod">
          <ac:chgData name="Miguel Rosalino" userId="142876607cca7130" providerId="LiveId" clId="{241F22B6-51C7-4BD9-87DD-DF73D06C2F54}" dt="2025-11-07T10:29:25.083" v="449" actId="1037"/>
          <ac:spMkLst>
            <pc:docMk/>
            <pc:sldMk cId="3509663994" sldId="278"/>
            <ac:spMk id="7" creationId="{4D681BB4-8CC3-8F4D-3065-5EC98E6AF554}"/>
          </ac:spMkLst>
        </pc:spChg>
        <pc:spChg chg="mod">
          <ac:chgData name="Miguel Rosalino" userId="142876607cca7130" providerId="LiveId" clId="{241F22B6-51C7-4BD9-87DD-DF73D06C2F54}" dt="2025-11-07T10:29:25.083" v="449" actId="1037"/>
          <ac:spMkLst>
            <pc:docMk/>
            <pc:sldMk cId="3509663994" sldId="278"/>
            <ac:spMk id="9" creationId="{5D95AA2A-3D13-C0FB-9D91-F8EBB7F65FE3}"/>
          </ac:spMkLst>
        </pc:spChg>
        <pc:spChg chg="mod">
          <ac:chgData name="Miguel Rosalino" userId="142876607cca7130" providerId="LiveId" clId="{241F22B6-51C7-4BD9-87DD-DF73D06C2F54}" dt="2025-11-07T10:29:25.083" v="449" actId="1037"/>
          <ac:spMkLst>
            <pc:docMk/>
            <pc:sldMk cId="3509663994" sldId="278"/>
            <ac:spMk id="12" creationId="{83228BA5-9D9A-374F-CBC0-749D6A8F5BCB}"/>
          </ac:spMkLst>
        </pc:spChg>
      </pc:sldChg>
      <pc:sldChg chg="add">
        <pc:chgData name="Miguel Rosalino" userId="142876607cca7130" providerId="LiveId" clId="{241F22B6-51C7-4BD9-87DD-DF73D06C2F54}" dt="2025-11-07T10:29:36.098" v="455"/>
        <pc:sldMkLst>
          <pc:docMk/>
          <pc:sldMk cId="643236768" sldId="279"/>
        </pc:sldMkLst>
      </pc:sldChg>
      <pc:sldChg chg="modSp add mod">
        <pc:chgData name="Miguel Rosalino" userId="142876607cca7130" providerId="LiveId" clId="{241F22B6-51C7-4BD9-87DD-DF73D06C2F54}" dt="2025-11-07T10:29:50.197" v="459" actId="1076"/>
        <pc:sldMkLst>
          <pc:docMk/>
          <pc:sldMk cId="3243343348" sldId="280"/>
        </pc:sldMkLst>
        <pc:spChg chg="mod">
          <ac:chgData name="Miguel Rosalino" userId="142876607cca7130" providerId="LiveId" clId="{241F22B6-51C7-4BD9-87DD-DF73D06C2F54}" dt="2025-11-07T10:29:47" v="458" actId="1076"/>
          <ac:spMkLst>
            <pc:docMk/>
            <pc:sldMk cId="3243343348" sldId="280"/>
            <ac:spMk id="9" creationId="{AE60EE18-C734-2BB7-59AB-9AE2BD8E481D}"/>
          </ac:spMkLst>
        </pc:spChg>
        <pc:spChg chg="mod">
          <ac:chgData name="Miguel Rosalino" userId="142876607cca7130" providerId="LiveId" clId="{241F22B6-51C7-4BD9-87DD-DF73D06C2F54}" dt="2025-11-07T10:29:50.197" v="459" actId="1076"/>
          <ac:spMkLst>
            <pc:docMk/>
            <pc:sldMk cId="3243343348" sldId="280"/>
            <ac:spMk id="12" creationId="{62508CBD-38BB-C8AA-8F59-95222DB8E73F}"/>
          </ac:spMkLst>
        </pc:spChg>
      </pc:sldChg>
      <pc:sldChg chg="modSp add mod">
        <pc:chgData name="Miguel Rosalino" userId="142876607cca7130" providerId="LiveId" clId="{241F22B6-51C7-4BD9-87DD-DF73D06C2F54}" dt="2025-11-07T10:30:45.361" v="474" actId="166"/>
        <pc:sldMkLst>
          <pc:docMk/>
          <pc:sldMk cId="2911174203" sldId="281"/>
        </pc:sldMkLst>
        <pc:spChg chg="mod ord">
          <ac:chgData name="Miguel Rosalino" userId="142876607cca7130" providerId="LiveId" clId="{241F22B6-51C7-4BD9-87DD-DF73D06C2F54}" dt="2025-11-07T10:30:40.388" v="472" actId="1035"/>
          <ac:spMkLst>
            <pc:docMk/>
            <pc:sldMk cId="2911174203" sldId="281"/>
            <ac:spMk id="7" creationId="{BE667F0D-409E-DE81-709D-74810E55F453}"/>
          </ac:spMkLst>
        </pc:spChg>
        <pc:spChg chg="mod">
          <ac:chgData name="Miguel Rosalino" userId="142876607cca7130" providerId="LiveId" clId="{241F22B6-51C7-4BD9-87DD-DF73D06C2F54}" dt="2025-11-07T10:30:29.738" v="461" actId="1076"/>
          <ac:spMkLst>
            <pc:docMk/>
            <pc:sldMk cId="2911174203" sldId="281"/>
            <ac:spMk id="9" creationId="{FDFEEDDA-E5EF-C4D0-1575-368367D0EAFD}"/>
          </ac:spMkLst>
        </pc:spChg>
        <pc:spChg chg="mod ord">
          <ac:chgData name="Miguel Rosalino" userId="142876607cca7130" providerId="LiveId" clId="{241F22B6-51C7-4BD9-87DD-DF73D06C2F54}" dt="2025-11-07T10:30:45.361" v="474" actId="166"/>
          <ac:spMkLst>
            <pc:docMk/>
            <pc:sldMk cId="2911174203" sldId="281"/>
            <ac:spMk id="12" creationId="{4A5424DA-4F9D-CD69-EB72-9BCA9A1503E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850b307b58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58" name="Google Shape;58;g3850b307b58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C155A5FF-F0A7-8688-56DE-CBC590BAE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2667F0A5-074A-1F89-D8AA-2F72C553FB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E8B9BEE9-2445-1101-D419-27AE4B48F2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71632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58CEEB0E-BB60-F624-2969-E0EEE3244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4CF615DC-6328-BD6E-CE37-4D32EB73DA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643B1986-E86A-7B6B-756D-430896B43D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04321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43110439-7D07-D5F0-CDA0-3859D551C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3E13F028-2EEA-ADA0-401F-E738BD57B3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2E97433F-097C-B26D-61C5-82388A5ED2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88651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3E9386C0-D807-C083-57A9-6CCE52061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68BCBB00-4E41-CCF0-D0D2-CFBE62F113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9E373B65-BEA1-427A-7D7E-7989741B43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45493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D0CE1261-60B2-15FC-D40B-7897D6AA0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776190AF-551F-3F3A-D788-4AA35631D3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C8076884-8897-3DFB-A2AC-6E1C3DAC8A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423241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219" name="Google Shape;219;g3850b307b58_0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4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5A2A595E-89C9-DBFE-54A6-F0BDBD212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C8169670-FEA0-998F-603A-26E5E3C3CED2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2E7A4788-B51D-F9D7-5273-8D8E32E0EF89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Student ID</a:t>
            </a: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6212ABA5-F19C-A888-5574-52016D0310E4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Story</a:t>
            </a: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87146C62-CBA4-107E-6E2B-FD96ABD0EE6E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To Do</a:t>
            </a: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459E98A4-48F8-E73F-1959-BB7B2395E257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Doing</a:t>
            </a: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2DCE664E-A4E1-B8FA-803A-4640222CE990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Review</a:t>
            </a: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472DE61C-1E4C-B2D8-38E5-C316A0538140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Done</a:t>
            </a: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364018F4-A097-A648-8B2B-3AE55AF3E00F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Backlog</a:t>
            </a: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12932627-CBEA-6C2D-97C6-F581FA27081E}"/>
              </a:ext>
            </a:extLst>
          </p:cNvPr>
          <p:cNvSpPr/>
          <p:nvPr/>
        </p:nvSpPr>
        <p:spPr>
          <a:xfrm>
            <a:off x="3211113" y="539700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Everyone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FC6F0988-99FB-137D-67F7-05B5A9816499}"/>
              </a:ext>
            </a:extLst>
          </p:cNvPr>
          <p:cNvSpPr/>
          <p:nvPr/>
        </p:nvSpPr>
        <p:spPr>
          <a:xfrm>
            <a:off x="18668888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T2: Everyone: Playing the game so we can experience the user’s needs.</a:t>
            </a:r>
          </a:p>
        </p:txBody>
      </p:sp>
      <p:sp>
        <p:nvSpPr>
          <p:cNvPr id="2" name="Google Shape;88;p15">
            <a:extLst>
              <a:ext uri="{FF2B5EF4-FFF2-40B4-BE49-F238E27FC236}">
                <a16:creationId xmlns:a16="http://schemas.microsoft.com/office/drawing/2014/main" id="{89980944-1942-2BC2-8162-F5502E2D3D32}"/>
              </a:ext>
            </a:extLst>
          </p:cNvPr>
          <p:cNvSpPr/>
          <p:nvPr/>
        </p:nvSpPr>
        <p:spPr>
          <a:xfrm>
            <a:off x="18668888" y="1957876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T1: Make 3 User Stories</a:t>
            </a:r>
          </a:p>
        </p:txBody>
      </p:sp>
      <p:sp>
        <p:nvSpPr>
          <p:cNvPr id="88" name="Google Shape;88;p15">
            <a:extLst>
              <a:ext uri="{FF2B5EF4-FFF2-40B4-BE49-F238E27FC236}">
                <a16:creationId xmlns:a16="http://schemas.microsoft.com/office/drawing/2014/main" id="{5D6F3F5E-E672-0C1D-FBBB-FCE8D53D094D}"/>
              </a:ext>
            </a:extLst>
          </p:cNvPr>
          <p:cNvSpPr/>
          <p:nvPr/>
        </p:nvSpPr>
        <p:spPr>
          <a:xfrm>
            <a:off x="18668888" y="2681513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Find code smells</a:t>
            </a: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2F352622-5E9D-BB9A-73AC-7E20E4193F56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Google Shape;88;p15">
            <a:extLst>
              <a:ext uri="{FF2B5EF4-FFF2-40B4-BE49-F238E27FC236}">
                <a16:creationId xmlns:a16="http://schemas.microsoft.com/office/drawing/2014/main" id="{4211F125-61A1-8CF4-7715-5F6FE1C31FE1}"/>
              </a:ext>
            </a:extLst>
          </p:cNvPr>
          <p:cNvSpPr/>
          <p:nvPr/>
        </p:nvSpPr>
        <p:spPr>
          <a:xfrm>
            <a:off x="405410" y="694221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3:</a:t>
            </a:r>
            <a:r>
              <a:rPr lang="en-US" noProof="0" dirty="0">
                <a:latin typeface="Consolas" panose="020B0609020204030204" pitchFamily="49" charset="0"/>
              </a:rPr>
              <a:t>As a player brand new to Mindustry, I want a more intuitive game tutorial so that I don't get lost and demotivated</a:t>
            </a:r>
            <a:r>
              <a:rPr lang="en-US" noProof="0" dirty="0"/>
              <a:t>.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88;p15">
            <a:extLst>
              <a:ext uri="{FF2B5EF4-FFF2-40B4-BE49-F238E27FC236}">
                <a16:creationId xmlns:a16="http://schemas.microsoft.com/office/drawing/2014/main" id="{8098C960-FCB1-E6C9-566A-1DB5525C240C}"/>
              </a:ext>
            </a:extLst>
          </p:cNvPr>
          <p:cNvSpPr/>
          <p:nvPr/>
        </p:nvSpPr>
        <p:spPr>
          <a:xfrm>
            <a:off x="438912" y="4038458"/>
            <a:ext cx="1867552" cy="282631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2: As an experienced player I think we should have a greater diversity of towers that can help us automate the way we defend order</a:t>
            </a:r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81153B3B-2390-0930-C067-7B7BC2246080}"/>
              </a:ext>
            </a:extLst>
          </p:cNvPr>
          <p:cNvSpPr/>
          <p:nvPr/>
        </p:nvSpPr>
        <p:spPr>
          <a:xfrm>
            <a:off x="405410" y="6982925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1: As Player, I want to have access to a sandbox (free play) so that I can freely experiment with different constructions and strategies without enemies or attack waves.</a:t>
            </a:r>
          </a:p>
        </p:txBody>
      </p:sp>
      <p:sp>
        <p:nvSpPr>
          <p:cNvPr id="7" name="Google Shape;88;p15">
            <a:extLst>
              <a:ext uri="{FF2B5EF4-FFF2-40B4-BE49-F238E27FC236}">
                <a16:creationId xmlns:a16="http://schemas.microsoft.com/office/drawing/2014/main" id="{4F7D583C-A2C8-DD42-D239-3D883247C0EA}"/>
              </a:ext>
            </a:extLst>
          </p:cNvPr>
          <p:cNvSpPr/>
          <p:nvPr/>
        </p:nvSpPr>
        <p:spPr>
          <a:xfrm>
            <a:off x="9393489" y="777346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Create Use Case Diagrams</a:t>
            </a:r>
          </a:p>
        </p:txBody>
      </p:sp>
      <p:sp>
        <p:nvSpPr>
          <p:cNvPr id="9" name="Google Shape;88;p15">
            <a:extLst>
              <a:ext uri="{FF2B5EF4-FFF2-40B4-BE49-F238E27FC236}">
                <a16:creationId xmlns:a16="http://schemas.microsoft.com/office/drawing/2014/main" id="{5B61E9F2-9E12-E52B-3343-BE899E701A1F}"/>
              </a:ext>
            </a:extLst>
          </p:cNvPr>
          <p:cNvSpPr/>
          <p:nvPr/>
        </p:nvSpPr>
        <p:spPr>
          <a:xfrm>
            <a:off x="9393489" y="2625414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Identify Design Patterns</a:t>
            </a: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909A9D16-5F73-8C63-470F-DCCD77FC0C03}"/>
              </a:ext>
            </a:extLst>
          </p:cNvPr>
          <p:cNvSpPr/>
          <p:nvPr/>
        </p:nvSpPr>
        <p:spPr>
          <a:xfrm>
            <a:off x="9393489" y="4473482"/>
            <a:ext cx="2410800" cy="218413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latin typeface="Consolas"/>
                <a:ea typeface="Consolas"/>
                <a:cs typeface="Consolas"/>
                <a:sym typeface="Consolas"/>
              </a:rPr>
              <a:t>Write Codebase Metrics Assessment report</a:t>
            </a:r>
            <a:endParaRPr lang="en-US" sz="2000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952492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C035CD48-D2FE-11A4-BCBF-08B096904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EB045DEA-E4C6-0CD6-78EF-619918324478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E4A9AFD5-EAF7-53C2-C1A3-013F17513A94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Student ID</a:t>
            </a: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B45F49A4-4CE3-331C-5BB2-8046FFFCD7E5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Story</a:t>
            </a: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858FE8A5-E6AA-9DB5-B2E0-E3D69371DDED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To Do</a:t>
            </a: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ADEC9217-A3E6-DF73-D5FF-800B756664AA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Doing</a:t>
            </a: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6104B972-9E6B-036B-BD5B-3FFD8F522196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Review</a:t>
            </a: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DF6D1E72-D85B-8632-D0B5-0A28E4E03487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Done</a:t>
            </a: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650757CC-91B2-6DBA-B402-1C4456CBE2AA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Backlog</a:t>
            </a: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AFC0D320-4095-532D-C9C3-979A40FB0F65}"/>
              </a:ext>
            </a:extLst>
          </p:cNvPr>
          <p:cNvSpPr/>
          <p:nvPr/>
        </p:nvSpPr>
        <p:spPr>
          <a:xfrm>
            <a:off x="3211113" y="539700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Everyone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73C7AADB-3C7A-F962-0C57-82B462182E47}"/>
              </a:ext>
            </a:extLst>
          </p:cNvPr>
          <p:cNvSpPr/>
          <p:nvPr/>
        </p:nvSpPr>
        <p:spPr>
          <a:xfrm>
            <a:off x="18668888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T2: Everyone: Playing the game so we can experience the user’s needs.</a:t>
            </a:r>
          </a:p>
        </p:txBody>
      </p:sp>
      <p:sp>
        <p:nvSpPr>
          <p:cNvPr id="2" name="Google Shape;88;p15">
            <a:extLst>
              <a:ext uri="{FF2B5EF4-FFF2-40B4-BE49-F238E27FC236}">
                <a16:creationId xmlns:a16="http://schemas.microsoft.com/office/drawing/2014/main" id="{A798721D-03FB-3339-862C-70E5FB430397}"/>
              </a:ext>
            </a:extLst>
          </p:cNvPr>
          <p:cNvSpPr/>
          <p:nvPr/>
        </p:nvSpPr>
        <p:spPr>
          <a:xfrm>
            <a:off x="18668888" y="1957876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T1: Make 3 User Stories</a:t>
            </a:r>
          </a:p>
        </p:txBody>
      </p:sp>
      <p:sp>
        <p:nvSpPr>
          <p:cNvPr id="88" name="Google Shape;88;p15">
            <a:extLst>
              <a:ext uri="{FF2B5EF4-FFF2-40B4-BE49-F238E27FC236}">
                <a16:creationId xmlns:a16="http://schemas.microsoft.com/office/drawing/2014/main" id="{72F5BC33-AAA3-EB91-C19F-D2E959C25E82}"/>
              </a:ext>
            </a:extLst>
          </p:cNvPr>
          <p:cNvSpPr/>
          <p:nvPr/>
        </p:nvSpPr>
        <p:spPr>
          <a:xfrm>
            <a:off x="18668888" y="2681513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Find code smells</a:t>
            </a: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28826788-7D50-A393-E4B6-D2F0D1660961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Google Shape;88;p15">
            <a:extLst>
              <a:ext uri="{FF2B5EF4-FFF2-40B4-BE49-F238E27FC236}">
                <a16:creationId xmlns:a16="http://schemas.microsoft.com/office/drawing/2014/main" id="{FAE3C5D7-1FB2-1E6B-8004-F78B6D902EBB}"/>
              </a:ext>
            </a:extLst>
          </p:cNvPr>
          <p:cNvSpPr/>
          <p:nvPr/>
        </p:nvSpPr>
        <p:spPr>
          <a:xfrm>
            <a:off x="405410" y="694221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3:</a:t>
            </a:r>
            <a:r>
              <a:rPr lang="en-US" noProof="0" dirty="0">
                <a:latin typeface="Consolas" panose="020B0609020204030204" pitchFamily="49" charset="0"/>
              </a:rPr>
              <a:t>As a player brand new to Mindustry, I want a more intuitive game tutorial so that I don't get lost and demotivated</a:t>
            </a:r>
            <a:r>
              <a:rPr lang="en-US" noProof="0" dirty="0"/>
              <a:t>.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88;p15">
            <a:extLst>
              <a:ext uri="{FF2B5EF4-FFF2-40B4-BE49-F238E27FC236}">
                <a16:creationId xmlns:a16="http://schemas.microsoft.com/office/drawing/2014/main" id="{5327C702-86DE-3004-6F1D-A1BC4FB06891}"/>
              </a:ext>
            </a:extLst>
          </p:cNvPr>
          <p:cNvSpPr/>
          <p:nvPr/>
        </p:nvSpPr>
        <p:spPr>
          <a:xfrm>
            <a:off x="438912" y="4038458"/>
            <a:ext cx="1867552" cy="282631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2: As an experienced player I think we should have a greater diversity of towers that can help us automate the way we defend order</a:t>
            </a:r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A3F163D1-F026-F2CA-1D3C-445098120A76}"/>
              </a:ext>
            </a:extLst>
          </p:cNvPr>
          <p:cNvSpPr/>
          <p:nvPr/>
        </p:nvSpPr>
        <p:spPr>
          <a:xfrm>
            <a:off x="405410" y="6982925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1: As Player, I want to have access to a sandbox (free play) so that I can freely experiment with different constructions and strategies without enemies or attack waves.</a:t>
            </a:r>
          </a:p>
        </p:txBody>
      </p:sp>
      <p:sp>
        <p:nvSpPr>
          <p:cNvPr id="7" name="Google Shape;88;p15">
            <a:extLst>
              <a:ext uri="{FF2B5EF4-FFF2-40B4-BE49-F238E27FC236}">
                <a16:creationId xmlns:a16="http://schemas.microsoft.com/office/drawing/2014/main" id="{4D681BB4-8CC3-8F4D-3065-5EC98E6AF554}"/>
              </a:ext>
            </a:extLst>
          </p:cNvPr>
          <p:cNvSpPr/>
          <p:nvPr/>
        </p:nvSpPr>
        <p:spPr>
          <a:xfrm>
            <a:off x="12413789" y="777346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Create Use Case Diagrams</a:t>
            </a:r>
          </a:p>
        </p:txBody>
      </p:sp>
      <p:sp>
        <p:nvSpPr>
          <p:cNvPr id="9" name="Google Shape;88;p15">
            <a:extLst>
              <a:ext uri="{FF2B5EF4-FFF2-40B4-BE49-F238E27FC236}">
                <a16:creationId xmlns:a16="http://schemas.microsoft.com/office/drawing/2014/main" id="{5D95AA2A-3D13-C0FB-9D91-F8EBB7F65FE3}"/>
              </a:ext>
            </a:extLst>
          </p:cNvPr>
          <p:cNvSpPr/>
          <p:nvPr/>
        </p:nvSpPr>
        <p:spPr>
          <a:xfrm>
            <a:off x="12413789" y="2625414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Identify Design Patterns</a:t>
            </a: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83228BA5-9D9A-374F-CBC0-749D6A8F5BCB}"/>
              </a:ext>
            </a:extLst>
          </p:cNvPr>
          <p:cNvSpPr/>
          <p:nvPr/>
        </p:nvSpPr>
        <p:spPr>
          <a:xfrm>
            <a:off x="12413789" y="4473482"/>
            <a:ext cx="2410800" cy="218413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latin typeface="Consolas"/>
                <a:ea typeface="Consolas"/>
                <a:cs typeface="Consolas"/>
                <a:sym typeface="Consolas"/>
              </a:rPr>
              <a:t>Write Codebase Metrics Assessment report</a:t>
            </a:r>
            <a:endParaRPr lang="en-US" sz="2000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5096639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16956850-8837-05E7-488F-B32E868C1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8021297D-E594-8698-E4D9-A5294874F7BC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42622AFD-DBFB-DBB8-0860-6D2BBB3D9CF2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Student ID</a:t>
            </a: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FEBA679E-C44D-B98C-B5AA-AAB3B7ECA382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Story</a:t>
            </a: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B16D240E-DD00-A069-426F-BB6AE972A816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To Do</a:t>
            </a: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912D1758-2B6E-6115-7C20-6CA76156527C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Doing</a:t>
            </a: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7874A423-9792-1CB8-515B-A7A0D2E8D452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Review</a:t>
            </a: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A9934F85-3F70-9700-7A71-FAA45BD6484A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Done</a:t>
            </a: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15BC16F8-BB77-BEA3-A758-8081BBBC29D4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Backlog</a:t>
            </a: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5713E2F0-9559-BEFB-A030-84D2A8382E48}"/>
              </a:ext>
            </a:extLst>
          </p:cNvPr>
          <p:cNvSpPr/>
          <p:nvPr/>
        </p:nvSpPr>
        <p:spPr>
          <a:xfrm>
            <a:off x="3211113" y="539700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Everyone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073518C9-35EC-3508-7082-A708BF350643}"/>
              </a:ext>
            </a:extLst>
          </p:cNvPr>
          <p:cNvSpPr/>
          <p:nvPr/>
        </p:nvSpPr>
        <p:spPr>
          <a:xfrm>
            <a:off x="18668888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T2: Everyone: Playing the game so we can experience the user’s needs.</a:t>
            </a:r>
          </a:p>
        </p:txBody>
      </p:sp>
      <p:sp>
        <p:nvSpPr>
          <p:cNvPr id="2" name="Google Shape;88;p15">
            <a:extLst>
              <a:ext uri="{FF2B5EF4-FFF2-40B4-BE49-F238E27FC236}">
                <a16:creationId xmlns:a16="http://schemas.microsoft.com/office/drawing/2014/main" id="{008E3670-3707-FF75-8342-EDAC5E1FA7AC}"/>
              </a:ext>
            </a:extLst>
          </p:cNvPr>
          <p:cNvSpPr/>
          <p:nvPr/>
        </p:nvSpPr>
        <p:spPr>
          <a:xfrm>
            <a:off x="18668888" y="1957876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T1: Make 3 User Stories</a:t>
            </a:r>
          </a:p>
        </p:txBody>
      </p:sp>
      <p:sp>
        <p:nvSpPr>
          <p:cNvPr id="88" name="Google Shape;88;p15">
            <a:extLst>
              <a:ext uri="{FF2B5EF4-FFF2-40B4-BE49-F238E27FC236}">
                <a16:creationId xmlns:a16="http://schemas.microsoft.com/office/drawing/2014/main" id="{0F83D964-F133-39AF-C22B-2661C83B5C06}"/>
              </a:ext>
            </a:extLst>
          </p:cNvPr>
          <p:cNvSpPr/>
          <p:nvPr/>
        </p:nvSpPr>
        <p:spPr>
          <a:xfrm>
            <a:off x="18668888" y="2681513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Find code smells</a:t>
            </a: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97C60AE4-27FB-1A83-1918-A9F16436492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Google Shape;88;p15">
            <a:extLst>
              <a:ext uri="{FF2B5EF4-FFF2-40B4-BE49-F238E27FC236}">
                <a16:creationId xmlns:a16="http://schemas.microsoft.com/office/drawing/2014/main" id="{66CE6097-EA04-B4EB-F468-0BCBD4CC046B}"/>
              </a:ext>
            </a:extLst>
          </p:cNvPr>
          <p:cNvSpPr/>
          <p:nvPr/>
        </p:nvSpPr>
        <p:spPr>
          <a:xfrm>
            <a:off x="405410" y="694221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3:</a:t>
            </a:r>
            <a:r>
              <a:rPr lang="en-US" noProof="0" dirty="0">
                <a:latin typeface="Consolas" panose="020B0609020204030204" pitchFamily="49" charset="0"/>
              </a:rPr>
              <a:t>As a player brand new to Mindustry, I want a more intuitive game tutorial so that I don't get lost and demotivated</a:t>
            </a:r>
            <a:r>
              <a:rPr lang="en-US" noProof="0" dirty="0"/>
              <a:t>.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88;p15">
            <a:extLst>
              <a:ext uri="{FF2B5EF4-FFF2-40B4-BE49-F238E27FC236}">
                <a16:creationId xmlns:a16="http://schemas.microsoft.com/office/drawing/2014/main" id="{D68EAF27-6D27-56AD-6C31-A4E6115854AD}"/>
              </a:ext>
            </a:extLst>
          </p:cNvPr>
          <p:cNvSpPr/>
          <p:nvPr/>
        </p:nvSpPr>
        <p:spPr>
          <a:xfrm>
            <a:off x="438912" y="4038458"/>
            <a:ext cx="1867552" cy="282631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2: As an experienced player I think we should have a greater diversity of towers that can help us automate the way we defend order</a:t>
            </a:r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9FA51BF6-7DB9-6581-EB6D-CE6911ACA4F1}"/>
              </a:ext>
            </a:extLst>
          </p:cNvPr>
          <p:cNvSpPr/>
          <p:nvPr/>
        </p:nvSpPr>
        <p:spPr>
          <a:xfrm>
            <a:off x="405410" y="6982925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1: As Player, I want to have access to a sandbox (free play) so that I can freely experiment with different constructions and strategies without enemies or attack waves.</a:t>
            </a:r>
          </a:p>
        </p:txBody>
      </p:sp>
      <p:sp>
        <p:nvSpPr>
          <p:cNvPr id="7" name="Google Shape;88;p15">
            <a:extLst>
              <a:ext uri="{FF2B5EF4-FFF2-40B4-BE49-F238E27FC236}">
                <a16:creationId xmlns:a16="http://schemas.microsoft.com/office/drawing/2014/main" id="{D4F036BD-DE47-1116-C05F-FB2D1194CC2E}"/>
              </a:ext>
            </a:extLst>
          </p:cNvPr>
          <p:cNvSpPr/>
          <p:nvPr/>
        </p:nvSpPr>
        <p:spPr>
          <a:xfrm>
            <a:off x="12413789" y="777346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Create Use Case Diagrams</a:t>
            </a:r>
          </a:p>
        </p:txBody>
      </p:sp>
      <p:sp>
        <p:nvSpPr>
          <p:cNvPr id="9" name="Google Shape;88;p15">
            <a:extLst>
              <a:ext uri="{FF2B5EF4-FFF2-40B4-BE49-F238E27FC236}">
                <a16:creationId xmlns:a16="http://schemas.microsoft.com/office/drawing/2014/main" id="{A44F3FCA-0AF4-CB63-5BAD-7278C0A4B4F1}"/>
              </a:ext>
            </a:extLst>
          </p:cNvPr>
          <p:cNvSpPr/>
          <p:nvPr/>
        </p:nvSpPr>
        <p:spPr>
          <a:xfrm>
            <a:off x="12413789" y="2625414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Identify Design Patterns</a:t>
            </a: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AC6E9BD7-B1D5-8F97-1E8A-B6B72B935634}"/>
              </a:ext>
            </a:extLst>
          </p:cNvPr>
          <p:cNvSpPr/>
          <p:nvPr/>
        </p:nvSpPr>
        <p:spPr>
          <a:xfrm>
            <a:off x="12413789" y="4473482"/>
            <a:ext cx="2410800" cy="218413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latin typeface="Consolas"/>
                <a:ea typeface="Consolas"/>
                <a:cs typeface="Consolas"/>
                <a:sym typeface="Consolas"/>
              </a:rPr>
              <a:t>Write Codebase Metrics Assessment report</a:t>
            </a:r>
            <a:endParaRPr lang="en-US" sz="2000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6432367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F6007471-BC7C-41AA-7274-01EF65CC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63E32BF2-D034-B3BE-98CF-B98C4608EDCA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68526FC2-EEB1-C62C-CAF3-1BBDB9FB0D2C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Student ID</a:t>
            </a: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0CB6851A-B990-8A7C-9758-5A802EF2B94D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Story</a:t>
            </a: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7AFF0258-0B6B-ACE3-9CCE-726DD89E3B0C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To Do</a:t>
            </a: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69BE4CE9-970B-DD00-F72C-C8A8DC88DA85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Doing</a:t>
            </a: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C7FEF157-A657-F676-7F51-13CF27D63FC4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Review</a:t>
            </a: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3748C086-0C9A-3196-1954-34F0A51A4B5A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Done</a:t>
            </a: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FB5DD5D0-038D-478E-94ED-05FDC2BE52A3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Backlog</a:t>
            </a: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EB2A843E-C891-D0D3-8CB4-8554C9C5EAA7}"/>
              </a:ext>
            </a:extLst>
          </p:cNvPr>
          <p:cNvSpPr/>
          <p:nvPr/>
        </p:nvSpPr>
        <p:spPr>
          <a:xfrm>
            <a:off x="3211113" y="539700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Everyone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09809D62-AA6D-C4ED-C216-719518608711}"/>
              </a:ext>
            </a:extLst>
          </p:cNvPr>
          <p:cNvSpPr/>
          <p:nvPr/>
        </p:nvSpPr>
        <p:spPr>
          <a:xfrm>
            <a:off x="18668888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T2: Everyone: Playing the game so we can experience the user’s needs.</a:t>
            </a:r>
          </a:p>
        </p:txBody>
      </p:sp>
      <p:sp>
        <p:nvSpPr>
          <p:cNvPr id="2" name="Google Shape;88;p15">
            <a:extLst>
              <a:ext uri="{FF2B5EF4-FFF2-40B4-BE49-F238E27FC236}">
                <a16:creationId xmlns:a16="http://schemas.microsoft.com/office/drawing/2014/main" id="{9E5CECB0-CCD8-8088-F004-FC84807C59DB}"/>
              </a:ext>
            </a:extLst>
          </p:cNvPr>
          <p:cNvSpPr/>
          <p:nvPr/>
        </p:nvSpPr>
        <p:spPr>
          <a:xfrm>
            <a:off x="18668888" y="1957876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T1: Make 3 User Stories</a:t>
            </a:r>
          </a:p>
        </p:txBody>
      </p:sp>
      <p:sp>
        <p:nvSpPr>
          <p:cNvPr id="88" name="Google Shape;88;p15">
            <a:extLst>
              <a:ext uri="{FF2B5EF4-FFF2-40B4-BE49-F238E27FC236}">
                <a16:creationId xmlns:a16="http://schemas.microsoft.com/office/drawing/2014/main" id="{0363ED41-FEA8-624F-05D3-C6F7783F25EE}"/>
              </a:ext>
            </a:extLst>
          </p:cNvPr>
          <p:cNvSpPr/>
          <p:nvPr/>
        </p:nvSpPr>
        <p:spPr>
          <a:xfrm>
            <a:off x="18668888" y="2681513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Find code smells</a:t>
            </a: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C722C9AD-1BD9-7B69-2779-43816394766F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Google Shape;88;p15">
            <a:extLst>
              <a:ext uri="{FF2B5EF4-FFF2-40B4-BE49-F238E27FC236}">
                <a16:creationId xmlns:a16="http://schemas.microsoft.com/office/drawing/2014/main" id="{3872410B-B2DD-9FA6-B619-8F6417874B73}"/>
              </a:ext>
            </a:extLst>
          </p:cNvPr>
          <p:cNvSpPr/>
          <p:nvPr/>
        </p:nvSpPr>
        <p:spPr>
          <a:xfrm>
            <a:off x="405410" y="694221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3:</a:t>
            </a:r>
            <a:r>
              <a:rPr lang="en-US" noProof="0" dirty="0">
                <a:latin typeface="Consolas" panose="020B0609020204030204" pitchFamily="49" charset="0"/>
              </a:rPr>
              <a:t>As a player brand new to Mindustry, I want a more intuitive game tutorial so that I don't get lost and demotivated</a:t>
            </a:r>
            <a:r>
              <a:rPr lang="en-US" noProof="0" dirty="0"/>
              <a:t>.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88;p15">
            <a:extLst>
              <a:ext uri="{FF2B5EF4-FFF2-40B4-BE49-F238E27FC236}">
                <a16:creationId xmlns:a16="http://schemas.microsoft.com/office/drawing/2014/main" id="{9721EE7F-805C-B9CF-168E-9973C7CCA1EE}"/>
              </a:ext>
            </a:extLst>
          </p:cNvPr>
          <p:cNvSpPr/>
          <p:nvPr/>
        </p:nvSpPr>
        <p:spPr>
          <a:xfrm>
            <a:off x="438912" y="4038458"/>
            <a:ext cx="1867552" cy="282631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2: As an experienced player I think we should have a greater diversity of towers that can help us automate the way we defend order</a:t>
            </a:r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BA9CF568-5046-9978-B458-3BCB2AFD0F7D}"/>
              </a:ext>
            </a:extLst>
          </p:cNvPr>
          <p:cNvSpPr/>
          <p:nvPr/>
        </p:nvSpPr>
        <p:spPr>
          <a:xfrm>
            <a:off x="405410" y="6982925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1: As Player, I want to have access to a sandbox (free play) so that I can freely experiment with different constructions and strategies without enemies or attack waves.</a:t>
            </a:r>
          </a:p>
        </p:txBody>
      </p:sp>
      <p:sp>
        <p:nvSpPr>
          <p:cNvPr id="7" name="Google Shape;88;p15">
            <a:extLst>
              <a:ext uri="{FF2B5EF4-FFF2-40B4-BE49-F238E27FC236}">
                <a16:creationId xmlns:a16="http://schemas.microsoft.com/office/drawing/2014/main" id="{A77047E8-D666-483A-65B6-79CA1C3EBAA1}"/>
              </a:ext>
            </a:extLst>
          </p:cNvPr>
          <p:cNvSpPr/>
          <p:nvPr/>
        </p:nvSpPr>
        <p:spPr>
          <a:xfrm>
            <a:off x="12413789" y="777346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Create Use Case Diagrams</a:t>
            </a:r>
          </a:p>
        </p:txBody>
      </p:sp>
      <p:sp>
        <p:nvSpPr>
          <p:cNvPr id="9" name="Google Shape;88;p15">
            <a:extLst>
              <a:ext uri="{FF2B5EF4-FFF2-40B4-BE49-F238E27FC236}">
                <a16:creationId xmlns:a16="http://schemas.microsoft.com/office/drawing/2014/main" id="{AE60EE18-C734-2BB7-59AB-9AE2BD8E481D}"/>
              </a:ext>
            </a:extLst>
          </p:cNvPr>
          <p:cNvSpPr/>
          <p:nvPr/>
        </p:nvSpPr>
        <p:spPr>
          <a:xfrm>
            <a:off x="15532407" y="777346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Identify Design Patterns</a:t>
            </a: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62508CBD-38BB-C8AA-8F59-95222DB8E73F}"/>
              </a:ext>
            </a:extLst>
          </p:cNvPr>
          <p:cNvSpPr/>
          <p:nvPr/>
        </p:nvSpPr>
        <p:spPr>
          <a:xfrm>
            <a:off x="12413789" y="2762768"/>
            <a:ext cx="2410800" cy="218413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latin typeface="Consolas"/>
                <a:ea typeface="Consolas"/>
                <a:cs typeface="Consolas"/>
                <a:sym typeface="Consolas"/>
              </a:rPr>
              <a:t>Write Codebase Metrics Assessment report</a:t>
            </a:r>
            <a:endParaRPr lang="en-US" sz="2000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243343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9704C58B-5C77-AF59-A0BA-EB7C8DC74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3EB5F4E1-9E7F-280F-2481-1C661E809333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D7A681BB-433F-867C-9788-768E2044A8D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Student ID</a:t>
            </a: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28BAB664-B998-3C4A-A5D1-1C232BEDBD08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Story</a:t>
            </a: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7A1E5D12-556F-AF29-F763-728A2B8E32BD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To Do</a:t>
            </a: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494A5928-84FF-D683-B38B-523F1FDC581E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Doing</a:t>
            </a: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E0772AE4-F1B2-E8E4-001B-65F227D7F357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Review</a:t>
            </a: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AAF0DA2C-3B2A-8FF4-0155-95DA891B1F1A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Done</a:t>
            </a: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2E66892C-EE95-F2A7-B370-17B91C30360B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Backlog</a:t>
            </a: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DA833C8D-38C3-7CC9-7572-5C2A79ECDF80}"/>
              </a:ext>
            </a:extLst>
          </p:cNvPr>
          <p:cNvSpPr/>
          <p:nvPr/>
        </p:nvSpPr>
        <p:spPr>
          <a:xfrm>
            <a:off x="3211113" y="539700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Everyone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BB5280D2-99D3-EE2A-06E4-2395721EADCE}"/>
              </a:ext>
            </a:extLst>
          </p:cNvPr>
          <p:cNvSpPr/>
          <p:nvPr/>
        </p:nvSpPr>
        <p:spPr>
          <a:xfrm>
            <a:off x="18668888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T2: Everyone: Playing the game so we can experience the user’s needs.</a:t>
            </a:r>
          </a:p>
        </p:txBody>
      </p:sp>
      <p:sp>
        <p:nvSpPr>
          <p:cNvPr id="2" name="Google Shape;88;p15">
            <a:extLst>
              <a:ext uri="{FF2B5EF4-FFF2-40B4-BE49-F238E27FC236}">
                <a16:creationId xmlns:a16="http://schemas.microsoft.com/office/drawing/2014/main" id="{21BE30FA-B876-D6AF-3575-091CC97498CF}"/>
              </a:ext>
            </a:extLst>
          </p:cNvPr>
          <p:cNvSpPr/>
          <p:nvPr/>
        </p:nvSpPr>
        <p:spPr>
          <a:xfrm>
            <a:off x="18668888" y="1957876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T1: Make 3 User Stories</a:t>
            </a:r>
          </a:p>
        </p:txBody>
      </p:sp>
      <p:sp>
        <p:nvSpPr>
          <p:cNvPr id="88" name="Google Shape;88;p15">
            <a:extLst>
              <a:ext uri="{FF2B5EF4-FFF2-40B4-BE49-F238E27FC236}">
                <a16:creationId xmlns:a16="http://schemas.microsoft.com/office/drawing/2014/main" id="{0F48D615-45DC-C6FA-88BA-42E7266DD60A}"/>
              </a:ext>
            </a:extLst>
          </p:cNvPr>
          <p:cNvSpPr/>
          <p:nvPr/>
        </p:nvSpPr>
        <p:spPr>
          <a:xfrm>
            <a:off x="18668888" y="2681513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Find code smells</a:t>
            </a: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8688DBB5-34AC-E4A9-C11A-B95980EA0E49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Google Shape;88;p15">
            <a:extLst>
              <a:ext uri="{FF2B5EF4-FFF2-40B4-BE49-F238E27FC236}">
                <a16:creationId xmlns:a16="http://schemas.microsoft.com/office/drawing/2014/main" id="{2B054094-CE21-A6CA-3A65-576EC1D42C53}"/>
              </a:ext>
            </a:extLst>
          </p:cNvPr>
          <p:cNvSpPr/>
          <p:nvPr/>
        </p:nvSpPr>
        <p:spPr>
          <a:xfrm>
            <a:off x="405410" y="694221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3:</a:t>
            </a:r>
            <a:r>
              <a:rPr lang="en-US" noProof="0" dirty="0">
                <a:latin typeface="Consolas" panose="020B0609020204030204" pitchFamily="49" charset="0"/>
              </a:rPr>
              <a:t>As a player brand new to Mindustry, I want a more intuitive game tutorial so that I don't get lost and demotivated</a:t>
            </a:r>
            <a:r>
              <a:rPr lang="en-US" noProof="0" dirty="0"/>
              <a:t>.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88;p15">
            <a:extLst>
              <a:ext uri="{FF2B5EF4-FFF2-40B4-BE49-F238E27FC236}">
                <a16:creationId xmlns:a16="http://schemas.microsoft.com/office/drawing/2014/main" id="{10B03003-3C3C-5DEB-674B-549EA0D2F1D9}"/>
              </a:ext>
            </a:extLst>
          </p:cNvPr>
          <p:cNvSpPr/>
          <p:nvPr/>
        </p:nvSpPr>
        <p:spPr>
          <a:xfrm>
            <a:off x="438912" y="4038458"/>
            <a:ext cx="1867552" cy="282631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2: As an experienced player I think we should have a greater diversity of towers that can help us automate the way we defend order</a:t>
            </a:r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6EEA2D65-B267-0E99-E549-EFCE148753F1}"/>
              </a:ext>
            </a:extLst>
          </p:cNvPr>
          <p:cNvSpPr/>
          <p:nvPr/>
        </p:nvSpPr>
        <p:spPr>
          <a:xfrm>
            <a:off x="405410" y="6982925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1: As Player, I want to have access to a sandbox (free play) so that I can freely experiment with different constructions and strategies without enemies or attack waves.</a:t>
            </a:r>
          </a:p>
        </p:txBody>
      </p:sp>
      <p:sp>
        <p:nvSpPr>
          <p:cNvPr id="9" name="Google Shape;88;p15">
            <a:extLst>
              <a:ext uri="{FF2B5EF4-FFF2-40B4-BE49-F238E27FC236}">
                <a16:creationId xmlns:a16="http://schemas.microsoft.com/office/drawing/2014/main" id="{FDFEEDDA-E5EF-C4D0-1575-368367D0EAFD}"/>
              </a:ext>
            </a:extLst>
          </p:cNvPr>
          <p:cNvSpPr/>
          <p:nvPr/>
        </p:nvSpPr>
        <p:spPr>
          <a:xfrm>
            <a:off x="18668888" y="3606376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Identify Design Patterns</a:t>
            </a:r>
          </a:p>
        </p:txBody>
      </p:sp>
      <p:sp>
        <p:nvSpPr>
          <p:cNvPr id="7" name="Google Shape;88;p15">
            <a:extLst>
              <a:ext uri="{FF2B5EF4-FFF2-40B4-BE49-F238E27FC236}">
                <a16:creationId xmlns:a16="http://schemas.microsoft.com/office/drawing/2014/main" id="{BE667F0D-409E-DE81-709D-74810E55F453}"/>
              </a:ext>
            </a:extLst>
          </p:cNvPr>
          <p:cNvSpPr/>
          <p:nvPr/>
        </p:nvSpPr>
        <p:spPr>
          <a:xfrm>
            <a:off x="18667368" y="4794728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Create Use Case Diagrams</a:t>
            </a: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4A5424DA-4F9D-CD69-EB72-9BCA9A1503E3}"/>
              </a:ext>
            </a:extLst>
          </p:cNvPr>
          <p:cNvSpPr/>
          <p:nvPr/>
        </p:nvSpPr>
        <p:spPr>
          <a:xfrm>
            <a:off x="18665848" y="5815877"/>
            <a:ext cx="2410800" cy="218413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latin typeface="Consolas"/>
                <a:ea typeface="Consolas"/>
                <a:cs typeface="Consolas"/>
                <a:sym typeface="Consolas"/>
              </a:rPr>
              <a:t>Write Codebase Metrics Assessment report</a:t>
            </a:r>
            <a:endParaRPr lang="en-US" sz="2000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9111742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5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</TotalTime>
  <Words>679</Words>
  <Application>Microsoft Office PowerPoint</Application>
  <PresentationFormat>Custom</PresentationFormat>
  <Paragraphs>87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Consolas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Miguel Rosalino</cp:lastModifiedBy>
  <cp:revision>10</cp:revision>
  <dcterms:modified xsi:type="dcterms:W3CDTF">2025-11-07T10:30:47Z</dcterms:modified>
</cp:coreProperties>
</file>