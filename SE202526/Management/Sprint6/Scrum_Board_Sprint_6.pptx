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86" r:id="rId4"/>
    <p:sldId id="289" r:id="rId5"/>
    <p:sldId id="290" r:id="rId6"/>
    <p:sldId id="291" r:id="rId7"/>
  </p:sldIdLst>
  <p:sldSz cx="21599525" cy="10799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02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AD3"/>
    <a:srgbClr val="D0E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427" y="29"/>
      </p:cViewPr>
      <p:guideLst>
        <p:guide orient="horz" pos="3402"/>
        <p:guide pos="6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0b307b5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58" name="Google Shape;58;g3850b307b58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B8C1C141-79EF-F515-48F0-C2343EF5C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1B22080E-4550-C882-7341-D4CF1B3280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8B0F6913-8C7E-6C20-26D0-3242D4E860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3781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8B6ECA9D-83BD-8C11-549A-E769F8F2D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40362565-F8A0-9AB8-D4DD-292F27A782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B64E7A57-75E6-A733-9E90-DA3F9A2F69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3904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DCFF3A28-249F-7DE2-FE94-58817B53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B6D4A77D-9AF1-C0D1-2625-0597758045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19D66F74-4160-C6FB-FCD8-8C7139CD4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0552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36CEE441-8BAC-E085-AE10-83F560FE2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455A0542-1A24-2765-8E6B-0A6486D19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CBDE89E2-7C9A-4083-9B57-20514044B4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2474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36319" y="1563412"/>
            <a:ext cx="20127600" cy="43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36299" y="5950919"/>
            <a:ext cx="20127600" cy="16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36299" y="4516220"/>
            <a:ext cx="20127600" cy="17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415118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36299" y="1166614"/>
            <a:ext cx="6633000" cy="158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36299" y="2917795"/>
            <a:ext cx="6633000" cy="6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58071" y="945197"/>
            <a:ext cx="15042000" cy="85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800000" y="-262"/>
            <a:ext cx="10800000" cy="10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27165" y="2589344"/>
            <a:ext cx="9555900" cy="31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27165" y="5885722"/>
            <a:ext cx="9555900" cy="25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668110" y="1520367"/>
            <a:ext cx="9063900" cy="77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36299" y="8883097"/>
            <a:ext cx="14170500" cy="12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36299" y="2322572"/>
            <a:ext cx="20127600" cy="41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36299" y="6618845"/>
            <a:ext cx="20127600" cy="27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838" y="4015113"/>
            <a:ext cx="19880325" cy="2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814250" y="3300663"/>
            <a:ext cx="19971500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</a:t>
            </a:r>
            <a:r>
              <a:rPr lang="pt-PT"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6</a:t>
            </a:r>
            <a:endParaRPr b="1" i="0" dirty="0">
              <a:ln w="11430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0CD00D03-AC52-9272-A8F7-0A657E123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2B391985-330F-B5C5-D5A9-B43CA335EDE7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91A2CC90-F51A-2803-6010-012989303A5F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52C24D4D-993F-2D91-F0B1-465142DF0462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57A82AA8-0469-EA6D-DBC1-E9B1DADC8B21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D111B2DF-79BA-9881-D59C-CE3F06C190CD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555B369A-AC13-7263-43CD-44559CA66C1A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80B40FEE-B698-79CF-A3CE-0D2ABB1E48F4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48B7D400-2B15-FCF2-639D-C86DD3E6E91B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F4AAC29D-DD61-0801-2EEE-9371D6BFD22D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A3A2C09E-B0C8-51FE-11D8-80719BFAC30A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536384BA-837A-ED2D-D92C-E387EB489C4C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B68E39F5-591C-CFC5-4D9E-BC8C98304677}"/>
              </a:ext>
            </a:extLst>
          </p:cNvPr>
          <p:cNvSpPr/>
          <p:nvPr/>
        </p:nvSpPr>
        <p:spPr>
          <a:xfrm>
            <a:off x="18668887" y="2681513"/>
            <a:ext cx="2491725" cy="110155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109A3668-70A7-A981-5BF3-EA5098660CEE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AC5E1F1F-D959-9FE0-B45D-269CC57481E6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6D39F826-A688-22CA-B41B-98F913721C89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B1B0D8DA-BC9F-3826-1070-1EABB3CE4F64}"/>
              </a:ext>
            </a:extLst>
          </p:cNvPr>
          <p:cNvSpPr/>
          <p:nvPr/>
        </p:nvSpPr>
        <p:spPr>
          <a:xfrm>
            <a:off x="405410" y="6982925"/>
            <a:ext cx="1867580" cy="37325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1: </a:t>
            </a:r>
            <a:r>
              <a:rPr lang="en-US" dirty="0">
                <a:latin typeface="Consolas" panose="020B0609020204030204" pitchFamily="49" charset="0"/>
              </a:rPr>
              <a:t>As a player, I want to be able to place customizable markers on the map to identify important areas, so that I can better organize my base and communicate with myself throughout the game.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6D2C543F-DB19-5D78-2A75-69E936861043}"/>
              </a:ext>
            </a:extLst>
          </p:cNvPr>
          <p:cNvSpPr/>
          <p:nvPr/>
        </p:nvSpPr>
        <p:spPr>
          <a:xfrm>
            <a:off x="18683637" y="3151744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F324A5EF-15D5-9EDD-67AB-8DE6DD3FB49E}"/>
              </a:ext>
            </a:extLst>
          </p:cNvPr>
          <p:cNvSpPr/>
          <p:nvPr/>
        </p:nvSpPr>
        <p:spPr>
          <a:xfrm>
            <a:off x="18667367" y="3895475"/>
            <a:ext cx="249324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532C955D-22A5-D620-C21A-448223C168B1}"/>
              </a:ext>
            </a:extLst>
          </p:cNvPr>
          <p:cNvSpPr/>
          <p:nvPr/>
        </p:nvSpPr>
        <p:spPr>
          <a:xfrm>
            <a:off x="18633867" y="4583808"/>
            <a:ext cx="2560243" cy="146481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90;p15">
            <a:extLst>
              <a:ext uri="{FF2B5EF4-FFF2-40B4-BE49-F238E27FC236}">
                <a16:creationId xmlns:a16="http://schemas.microsoft.com/office/drawing/2014/main" id="{D3EE5122-5EB1-FA5B-E675-E1E930FA42B0}"/>
              </a:ext>
            </a:extLst>
          </p:cNvPr>
          <p:cNvSpPr/>
          <p:nvPr/>
        </p:nvSpPr>
        <p:spPr>
          <a:xfrm>
            <a:off x="18664347" y="5271690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Update all User Stories with final functionalities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0CB42DC5-CDB8-4B7D-8FB2-80C5806C587F}"/>
              </a:ext>
            </a:extLst>
          </p:cNvPr>
          <p:cNvSpPr/>
          <p:nvPr/>
        </p:nvSpPr>
        <p:spPr>
          <a:xfrm>
            <a:off x="18664889" y="6220359"/>
            <a:ext cx="2495723" cy="156110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User Cases Diagrams for each User Story</a:t>
            </a: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A5E31981-ADFD-A106-3D50-D5BADA8ECED9}"/>
              </a:ext>
            </a:extLst>
          </p:cNvPr>
          <p:cNvSpPr/>
          <p:nvPr/>
        </p:nvSpPr>
        <p:spPr>
          <a:xfrm>
            <a:off x="18683637" y="7093495"/>
            <a:ext cx="2495722" cy="12787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Write Use Case textual descriptions</a:t>
            </a:r>
          </a:p>
        </p:txBody>
      </p:sp>
      <p:sp>
        <p:nvSpPr>
          <p:cNvPr id="15" name="Google Shape;90;p15">
            <a:extLst>
              <a:ext uri="{FF2B5EF4-FFF2-40B4-BE49-F238E27FC236}">
                <a16:creationId xmlns:a16="http://schemas.microsoft.com/office/drawing/2014/main" id="{8F234C91-F84E-00F6-4527-F9B9BD0D1A74}"/>
              </a:ext>
            </a:extLst>
          </p:cNvPr>
          <p:cNvSpPr/>
          <p:nvPr/>
        </p:nvSpPr>
        <p:spPr>
          <a:xfrm>
            <a:off x="9323609" y="856493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latin typeface="Consolas"/>
                <a:ea typeface="Consolas"/>
                <a:cs typeface="Consolas"/>
                <a:sym typeface="Consolas"/>
              </a:rPr>
              <a:t>Create a first version of the implementation of e</a:t>
            </a: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very User Story</a:t>
            </a:r>
            <a:endParaRPr lang="en-US" sz="18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260906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CA1448BC-4B1C-6133-9C20-79DB465D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A6664E65-6A04-79DA-02AD-FB4EAB6FEEC8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A5885876-04A5-8236-2B1A-0494B744AC1F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DA16278-C399-A444-93AB-576FB20BAB97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EE56EA5D-0C28-FD1C-5959-F3B2588019D1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CA566C77-E27A-7618-7A61-3B11D2BA5CFE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FBB39379-7B4A-8966-2960-A375610ABD84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E43E7D20-D01F-8313-823D-7F219E6EA100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30609F26-F649-4435-8EF1-A8E898E0036D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2657140E-1B01-4832-FB5D-0B909B0656F1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5C89ABFB-91C6-E066-2D4D-5098CCE6CE13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B3E7F7FB-FF30-4501-1B79-01897D0CD99E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8D639178-5CD3-F542-2A97-1521401F56E2}"/>
              </a:ext>
            </a:extLst>
          </p:cNvPr>
          <p:cNvSpPr/>
          <p:nvPr/>
        </p:nvSpPr>
        <p:spPr>
          <a:xfrm>
            <a:off x="18668887" y="2681513"/>
            <a:ext cx="2491725" cy="110155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60329DD4-681B-429A-EBD8-B527B751E9E3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6CD68935-F9F7-AC68-70B0-7C783831C81F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CBD94E41-94F8-A3BD-E424-96F4BB64E73B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44046354-C1BF-D2B9-B292-5C3A64C353F3}"/>
              </a:ext>
            </a:extLst>
          </p:cNvPr>
          <p:cNvSpPr/>
          <p:nvPr/>
        </p:nvSpPr>
        <p:spPr>
          <a:xfrm>
            <a:off x="405410" y="6982925"/>
            <a:ext cx="1867580" cy="37325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1: </a:t>
            </a:r>
            <a:r>
              <a:rPr lang="en-US" dirty="0">
                <a:latin typeface="Consolas" panose="020B0609020204030204" pitchFamily="49" charset="0"/>
              </a:rPr>
              <a:t>As a player, I want to be able to place customizable markers on the map to identify important areas, so that I can better organize my base and communicate with myself throughout the game.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4CA64811-2AC1-A280-3F4E-6C937594554C}"/>
              </a:ext>
            </a:extLst>
          </p:cNvPr>
          <p:cNvSpPr/>
          <p:nvPr/>
        </p:nvSpPr>
        <p:spPr>
          <a:xfrm>
            <a:off x="18683637" y="3151744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A62BC95D-2DE1-78D6-7124-9343DBA3C1B4}"/>
              </a:ext>
            </a:extLst>
          </p:cNvPr>
          <p:cNvSpPr/>
          <p:nvPr/>
        </p:nvSpPr>
        <p:spPr>
          <a:xfrm>
            <a:off x="18667367" y="3895475"/>
            <a:ext cx="249324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C5AD8188-9E18-FB47-0DD5-1AD75B4A9921}"/>
              </a:ext>
            </a:extLst>
          </p:cNvPr>
          <p:cNvSpPr/>
          <p:nvPr/>
        </p:nvSpPr>
        <p:spPr>
          <a:xfrm>
            <a:off x="18633867" y="4583808"/>
            <a:ext cx="2560243" cy="146481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90;p15">
            <a:extLst>
              <a:ext uri="{FF2B5EF4-FFF2-40B4-BE49-F238E27FC236}">
                <a16:creationId xmlns:a16="http://schemas.microsoft.com/office/drawing/2014/main" id="{52CB6E71-BCCC-0FF7-83F6-54CC78FA1BA9}"/>
              </a:ext>
            </a:extLst>
          </p:cNvPr>
          <p:cNvSpPr/>
          <p:nvPr/>
        </p:nvSpPr>
        <p:spPr>
          <a:xfrm>
            <a:off x="18664347" y="5271690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Update all User Stories with final functionalities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E1F58FEF-6ABD-3F95-4B3C-82465593FA0A}"/>
              </a:ext>
            </a:extLst>
          </p:cNvPr>
          <p:cNvSpPr/>
          <p:nvPr/>
        </p:nvSpPr>
        <p:spPr>
          <a:xfrm>
            <a:off x="18664889" y="6220359"/>
            <a:ext cx="2495723" cy="156110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User Cases Diagrams for each User Story</a:t>
            </a: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859F8C89-6F8C-741E-6A44-8B2EBC2144F5}"/>
              </a:ext>
            </a:extLst>
          </p:cNvPr>
          <p:cNvSpPr/>
          <p:nvPr/>
        </p:nvSpPr>
        <p:spPr>
          <a:xfrm>
            <a:off x="18683637" y="7093495"/>
            <a:ext cx="2495722" cy="12787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Write Use Case textual descriptions</a:t>
            </a:r>
          </a:p>
        </p:txBody>
      </p:sp>
      <p:sp>
        <p:nvSpPr>
          <p:cNvPr id="15" name="Google Shape;90;p15">
            <a:extLst>
              <a:ext uri="{FF2B5EF4-FFF2-40B4-BE49-F238E27FC236}">
                <a16:creationId xmlns:a16="http://schemas.microsoft.com/office/drawing/2014/main" id="{338C3539-E15E-1C9B-8D3F-B0AF8A2C6B0A}"/>
              </a:ext>
            </a:extLst>
          </p:cNvPr>
          <p:cNvSpPr/>
          <p:nvPr/>
        </p:nvSpPr>
        <p:spPr>
          <a:xfrm>
            <a:off x="12311016" y="766400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latin typeface="Consolas"/>
                <a:ea typeface="Consolas"/>
                <a:cs typeface="Consolas"/>
                <a:sym typeface="Consolas"/>
              </a:rPr>
              <a:t>Create a first version of the implementation of e</a:t>
            </a: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very User Story</a:t>
            </a:r>
            <a:endParaRPr lang="en-US" sz="18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80734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0B7C0DAA-622E-73A9-0E38-3B768D73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AD8CDBC3-39E9-9983-52FD-34C1E103021C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07587C65-818F-F343-C35E-103F94CCF9F0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A51E4615-537D-7714-18C9-E542E0703999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473F3805-0544-5256-F249-B153FA3112D8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573BDDA2-1CEB-DAB9-2064-54EAA368AE5F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6C6DCE89-B52B-D178-F46C-D1FA54CDDBDF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C8305C48-D438-1FB5-4DD8-D8988F15C89B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4D4C92D6-CDCD-80BC-EF24-3D3C29A22498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0257BE5D-AADC-601E-7028-63736ACCA7A0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230A888A-4491-22A2-F3C0-0D1CD8E44198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B26294E7-1577-0FAB-9EFC-16C3A0AC5797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826AB161-E5FD-33C9-4434-2C6A6B939553}"/>
              </a:ext>
            </a:extLst>
          </p:cNvPr>
          <p:cNvSpPr/>
          <p:nvPr/>
        </p:nvSpPr>
        <p:spPr>
          <a:xfrm>
            <a:off x="18668887" y="2681513"/>
            <a:ext cx="2491725" cy="110155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B7B99B88-2B26-CC7B-6B47-4331F0A9EFC6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851CC000-A24D-71AB-7711-8924C11A1114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C591A401-A551-9879-DE86-7074B9F41A3D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A3C99889-3AD8-8799-FBED-4EF4CEABE824}"/>
              </a:ext>
            </a:extLst>
          </p:cNvPr>
          <p:cNvSpPr/>
          <p:nvPr/>
        </p:nvSpPr>
        <p:spPr>
          <a:xfrm>
            <a:off x="405410" y="6982925"/>
            <a:ext cx="1867580" cy="37325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1: </a:t>
            </a:r>
            <a:r>
              <a:rPr lang="en-US" dirty="0">
                <a:latin typeface="Consolas" panose="020B0609020204030204" pitchFamily="49" charset="0"/>
              </a:rPr>
              <a:t>As a player, I want to be able to place customizable markers on the map to identify important areas, so that I can better organize my base and communicate with myself throughout the game.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909DDDFB-07F3-98BD-40C9-A221D02DCF93}"/>
              </a:ext>
            </a:extLst>
          </p:cNvPr>
          <p:cNvSpPr/>
          <p:nvPr/>
        </p:nvSpPr>
        <p:spPr>
          <a:xfrm>
            <a:off x="18683637" y="3151744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53D89725-E00A-C4AB-27D5-A261B002587C}"/>
              </a:ext>
            </a:extLst>
          </p:cNvPr>
          <p:cNvSpPr/>
          <p:nvPr/>
        </p:nvSpPr>
        <p:spPr>
          <a:xfrm>
            <a:off x="18667367" y="3895475"/>
            <a:ext cx="249324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E4D3EC92-2D9B-BCA0-7431-3AB0BEFF73C7}"/>
              </a:ext>
            </a:extLst>
          </p:cNvPr>
          <p:cNvSpPr/>
          <p:nvPr/>
        </p:nvSpPr>
        <p:spPr>
          <a:xfrm>
            <a:off x="18633867" y="4583808"/>
            <a:ext cx="2560243" cy="146481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90;p15">
            <a:extLst>
              <a:ext uri="{FF2B5EF4-FFF2-40B4-BE49-F238E27FC236}">
                <a16:creationId xmlns:a16="http://schemas.microsoft.com/office/drawing/2014/main" id="{B62906BE-EF9B-0BC3-BB6C-6F714B7C02EA}"/>
              </a:ext>
            </a:extLst>
          </p:cNvPr>
          <p:cNvSpPr/>
          <p:nvPr/>
        </p:nvSpPr>
        <p:spPr>
          <a:xfrm>
            <a:off x="18664347" y="5271690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Update all User Stories with final functionalities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01F48396-C334-A76A-0BA6-28772F955568}"/>
              </a:ext>
            </a:extLst>
          </p:cNvPr>
          <p:cNvSpPr/>
          <p:nvPr/>
        </p:nvSpPr>
        <p:spPr>
          <a:xfrm>
            <a:off x="18664889" y="6220359"/>
            <a:ext cx="2495723" cy="156110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User Cases Diagrams for each User Story</a:t>
            </a: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3976F51E-CCF5-FD79-70E3-2355B8BE5099}"/>
              </a:ext>
            </a:extLst>
          </p:cNvPr>
          <p:cNvSpPr/>
          <p:nvPr/>
        </p:nvSpPr>
        <p:spPr>
          <a:xfrm>
            <a:off x="18683637" y="7093495"/>
            <a:ext cx="2495722" cy="12787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Write Use Case textual descriptions</a:t>
            </a:r>
          </a:p>
        </p:txBody>
      </p:sp>
      <p:sp>
        <p:nvSpPr>
          <p:cNvPr id="15" name="Google Shape;90;p15">
            <a:extLst>
              <a:ext uri="{FF2B5EF4-FFF2-40B4-BE49-F238E27FC236}">
                <a16:creationId xmlns:a16="http://schemas.microsoft.com/office/drawing/2014/main" id="{9490A8E0-F400-850B-2A7D-B2C9B1775C47}"/>
              </a:ext>
            </a:extLst>
          </p:cNvPr>
          <p:cNvSpPr/>
          <p:nvPr/>
        </p:nvSpPr>
        <p:spPr>
          <a:xfrm>
            <a:off x="15489952" y="849419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latin typeface="Consolas"/>
                <a:ea typeface="Consolas"/>
                <a:cs typeface="Consolas"/>
                <a:sym typeface="Consolas"/>
              </a:rPr>
              <a:t>Create a first version of the implementation of e</a:t>
            </a: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very User Story</a:t>
            </a:r>
            <a:endParaRPr lang="en-US" sz="18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53733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0384081D-E807-E5C1-9728-3BA45B02C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1B1DEDE6-F7D2-8A84-C4B2-AAF5EF4D51F4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A6B501C5-0D49-A9EA-220A-81314C51E0C4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1C9D906-1D16-B789-CBB4-FDA78C0866EE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27DF1216-0EB8-D995-BE99-D9CEBDFE758A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E57B31A3-E05D-B361-CA93-E5B6E6F80574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635A91F6-83CF-A913-8BC5-03EBD596A9CF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D041FD82-A41D-C864-525C-FE7B37F8A351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0DD541D0-9B7B-3112-EE05-5EA546764589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F6AA9297-F3D0-4420-3C8B-414B9E5D82F0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D35273A3-BB38-2191-DC62-4EF2ACE24AF9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619ABBDE-A9DB-C2B8-B411-E3280F0677E2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23366501-CBCA-2486-38D2-4ECED2267D45}"/>
              </a:ext>
            </a:extLst>
          </p:cNvPr>
          <p:cNvSpPr/>
          <p:nvPr/>
        </p:nvSpPr>
        <p:spPr>
          <a:xfrm>
            <a:off x="18668887" y="2681513"/>
            <a:ext cx="2491725" cy="110155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BD24E69A-E901-75C0-1D81-9C5742FE5525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8CB05D1A-BCD4-7DE4-2D3F-D38C266D6092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DD771885-DB2F-FA8D-88B4-BE67B03B6804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6570A2CC-6BF3-5AC4-C9E5-44CF54C394FE}"/>
              </a:ext>
            </a:extLst>
          </p:cNvPr>
          <p:cNvSpPr/>
          <p:nvPr/>
        </p:nvSpPr>
        <p:spPr>
          <a:xfrm>
            <a:off x="405410" y="6982925"/>
            <a:ext cx="1867580" cy="37325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1: </a:t>
            </a:r>
            <a:r>
              <a:rPr lang="en-US" dirty="0">
                <a:latin typeface="Consolas" panose="020B0609020204030204" pitchFamily="49" charset="0"/>
              </a:rPr>
              <a:t>As a player, I want to be able to place customizable markers on the map to identify important areas, so that I can better organize my base and communicate with myself throughout the game.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6F813350-9736-9877-E6DC-5D4D16D7E4BC}"/>
              </a:ext>
            </a:extLst>
          </p:cNvPr>
          <p:cNvSpPr/>
          <p:nvPr/>
        </p:nvSpPr>
        <p:spPr>
          <a:xfrm>
            <a:off x="18683637" y="3151744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E7952335-CF6A-6284-7D2E-D942609D39B3}"/>
              </a:ext>
            </a:extLst>
          </p:cNvPr>
          <p:cNvSpPr/>
          <p:nvPr/>
        </p:nvSpPr>
        <p:spPr>
          <a:xfrm>
            <a:off x="18667367" y="3895475"/>
            <a:ext cx="249324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6DE78C11-B754-EE7F-2791-3DFF531D24B9}"/>
              </a:ext>
            </a:extLst>
          </p:cNvPr>
          <p:cNvSpPr/>
          <p:nvPr/>
        </p:nvSpPr>
        <p:spPr>
          <a:xfrm>
            <a:off x="18633867" y="4583808"/>
            <a:ext cx="2560243" cy="146481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90;p15">
            <a:extLst>
              <a:ext uri="{FF2B5EF4-FFF2-40B4-BE49-F238E27FC236}">
                <a16:creationId xmlns:a16="http://schemas.microsoft.com/office/drawing/2014/main" id="{1CFF5D25-5E81-FC6D-649F-14F4681827B4}"/>
              </a:ext>
            </a:extLst>
          </p:cNvPr>
          <p:cNvSpPr/>
          <p:nvPr/>
        </p:nvSpPr>
        <p:spPr>
          <a:xfrm>
            <a:off x="18664347" y="5271690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Update all User Stories with final functionalities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547166D8-929E-7A8B-FFA0-5C295BAF60DB}"/>
              </a:ext>
            </a:extLst>
          </p:cNvPr>
          <p:cNvSpPr/>
          <p:nvPr/>
        </p:nvSpPr>
        <p:spPr>
          <a:xfrm>
            <a:off x="18664889" y="6220359"/>
            <a:ext cx="2495723" cy="156110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User Cases Diagrams for each User Story</a:t>
            </a: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27C7435E-61C6-BBB7-E889-3092F7DFCD14}"/>
              </a:ext>
            </a:extLst>
          </p:cNvPr>
          <p:cNvSpPr/>
          <p:nvPr/>
        </p:nvSpPr>
        <p:spPr>
          <a:xfrm>
            <a:off x="18683637" y="7093495"/>
            <a:ext cx="2495722" cy="12787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Write Use Case textual descriptions</a:t>
            </a:r>
          </a:p>
        </p:txBody>
      </p:sp>
      <p:sp>
        <p:nvSpPr>
          <p:cNvPr id="15" name="Google Shape;90;p15">
            <a:extLst>
              <a:ext uri="{FF2B5EF4-FFF2-40B4-BE49-F238E27FC236}">
                <a16:creationId xmlns:a16="http://schemas.microsoft.com/office/drawing/2014/main" id="{97490D74-8C68-3784-0076-F2C35BDA260E}"/>
              </a:ext>
            </a:extLst>
          </p:cNvPr>
          <p:cNvSpPr/>
          <p:nvPr/>
        </p:nvSpPr>
        <p:spPr>
          <a:xfrm>
            <a:off x="18713138" y="7775718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latin typeface="Consolas"/>
                <a:ea typeface="Consolas"/>
                <a:cs typeface="Consolas"/>
                <a:sym typeface="Consolas"/>
              </a:rPr>
              <a:t>Create a first version of the implementation of e</a:t>
            </a: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very User Story</a:t>
            </a:r>
            <a:endParaRPr lang="en-US" sz="18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19639396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686</Words>
  <Application>Microsoft Office PowerPoint</Application>
  <PresentationFormat>Custom</PresentationFormat>
  <Paragraphs>85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Leandro Rodrigues</dc:creator>
  <cp:lastModifiedBy>Francisco Rodrigues</cp:lastModifiedBy>
  <cp:revision>18</cp:revision>
  <dcterms:modified xsi:type="dcterms:W3CDTF">2025-11-23T22:23:19Z</dcterms:modified>
</cp:coreProperties>
</file>