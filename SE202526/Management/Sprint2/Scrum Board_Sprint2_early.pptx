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3" r:id="rId9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58" y="7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6B0C9F3-30BD-9812-462E-4AA20D29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3C59B85E-343F-5489-3940-A06EC3A43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A367FC2-FE75-43A8-1D69-937E6B4F0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590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8B5C8EC-9A60-A738-69AD-5C24D113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2436F51A-73A9-AE62-A511-40ADB1AA0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FA16D19-04C7-EEDD-D871-0B1DABBFC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988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4C4E32A-5149-8F44-8E88-9EE43650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AF92C0D8-E4EF-C18D-4414-884B7683B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0DE848B-22B6-8F7C-B203-84A964B14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929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7BD976F-93FE-D489-09C1-9967850C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821D6329-B014-AD99-A9C3-846C161EF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56EF2A99-6244-5BA1-9CE4-4BDC24987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41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2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/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4A15492-BB6D-6EDD-3E0F-613AFA3F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C325581-318E-7C60-4414-25A738B1F62D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A9F6BCA-F1EA-03A0-83F6-8E741D95565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CAAC3E4-D095-5205-3175-51E505B61B70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AA58BE0-86E5-9DB3-6413-A2770A18E8AB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AB320CA-0493-0D65-AFD5-17EB953027D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07B39276-9AD9-67C0-2C1F-34D62026ED7F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0560FFA-D4F6-E49E-FD02-E60FD8EBD00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FFCB1D51-2D8E-F225-4241-FD30842395B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36F24EC-533B-0B81-0960-48E61050505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C65E2A7-8715-B982-FEA4-A8898577F98E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85F830A-5892-45F7-66DA-B12DC8AFB58C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D96122FF-F211-2141-3B03-ADF127DB35A0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BBA2BCF-07E2-10B9-D436-03D8BCB68364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441A0046-A50F-442D-2322-CB54FCB84EB9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28246492-137E-01EE-293C-79312D5A3E04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D54C1464-32B2-EBF1-F401-1028CD7E8205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1C91087C-E060-E28C-3E4E-2CCF075CD24A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BCDE03AB-EDC6-415B-449E-E9BACF1518A4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E1A66C83-4BFA-5237-578D-CA1871DE88FF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06FF7B36-75C4-2DFA-1A5A-5BB73BE5DE6A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6FC83AC-D357-D683-0AFD-6391125A141C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711F6AF6-DAC4-0CE8-964D-D1D5FB7F2355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2C67DC8-6EE3-758E-1B7D-B02DC38A28DF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2820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97743EE-CA0C-9106-6C48-A0BBD094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7989FBC6-931A-8B60-BC52-DEE05ADD8FB1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F9AF9B92-C71D-148B-F17D-9C87A57A9608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8D9BCD1-B75A-8E15-FE60-389D9B6E46D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1B3121B2-B1F7-6F1B-1633-F101FB71102B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16269F00-7F24-022B-A0D8-AD0BDE27AB1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E8B1317-07A9-EF13-D5AF-B17447528B46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C2E09A1-8FA4-80CD-5DBE-BB8E676B4958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868F479-9868-EA2F-C5CA-5B3F0505689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301B599-B300-187E-04C4-711C62DEF963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49F890A-8E15-0A83-C7C6-A7D5907C53A7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624BD2A-B11B-64CD-1F9D-F2DF834B3C35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EE3EE936-E58F-0175-653C-C460EB810E10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CE5782A-89F7-65C4-4B19-5ED71E16B606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CDB5373A-4E41-358E-C0FF-878D6D26109D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E7782EF8-3E79-BE83-02CB-C8BD16A2D9EC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E9D22F8D-E8F6-6F39-63D2-75C8103A871E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ECECACD8-793C-C4A9-86E0-16F5EADACE9A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981B000E-E813-5961-97CC-ED214F116BCB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F18285A2-CF94-0544-043B-BF952B7CA5D8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9479D55D-937C-3490-B0C2-822ECFE6C417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A716364E-C29B-2833-AEBE-45D55755DA53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5533D7-8F01-D8B4-70FE-C53281FD7944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3D4D45E-2A68-CC95-A1AE-1674A06F6403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0429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5EBDA39-95D8-FBD1-1FDC-EA0FAFD8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0F5E0D96-D722-F999-090B-49A3AFEB384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5A910C2-5949-E768-D547-19D615B7783B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C19EDDE-877D-B71F-EF99-93B194BB203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94E61AF-E33F-2B5D-B1E3-5F9472907971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9C5E4EAB-12C4-3FCE-14A7-6CC61F33122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C53DB08-76FB-26C7-58BD-836941F8A93B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895267B-03D3-67FD-273A-46D5411A11FD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EDC7A3C0-78A4-C7FF-9B1B-8FDF70398BF5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7E7EC52-13AF-BC6E-2D89-300B679693F5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4B04372-E5B8-4296-6DDB-674B95A21996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2C467F3-771E-2EE2-D95E-BD78007A9EA8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2CCD4253-A52C-81A5-E639-2E3F4E5C776F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5480FC8-0520-74A9-7E25-24D94F3E0A51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A3B99D0A-8009-9A46-A6EB-7E9A68A4998E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7C9EBC39-5BF9-EE21-C19D-CBB3937B9885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BFAE6666-BF3D-287A-23CF-44A3D1127C4A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ABC44C95-A82F-DE20-5131-C270D8BE3F8B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40E18A52-7304-D884-1771-1E11F58B1E5C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52CAB78B-53C8-6242-AED0-89D9285F7C65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3AD749DE-7DC7-9472-5C6F-33CD36524BE2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121721DD-DE45-E1C0-05AA-3DEAD6984BC5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4FC968E8-370C-B3E1-2E41-23F0CBF0B45C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AA56477C-8307-AB1C-EAC2-9B3C825E4A6D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124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895A6B3-02F5-38FC-70EC-BAAAF784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79741B5-8FE3-A3AB-20F0-8AF5EA2C1DE5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EEAA1DD-B17C-BF41-0E09-BAC36785181F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C29BCC5-19EE-E889-E14D-42ECB3C8B0B3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6590F2D-EE60-0220-9FDB-0DA82D835DF5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6F5C533B-E584-8B13-FFEB-5D6067ED5999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D5E2DC2-8D85-24F7-646A-8A0DE467B5DA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696310B-D48D-1DAD-C3FE-A308372ED3C4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E7071A26-05F0-2B3A-34AC-3ED67C57D63D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77CB318-2FC7-AC16-7EA1-4F0A0B6A878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3F1054-DEE9-2DFB-8348-0668E8B36D41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D4699C3-6343-3D2A-6233-51E21291A163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0EA07B63-67F7-1A01-37B4-5A6644F6F11C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7B0B656-FAD1-7749-D437-B892A838DDFE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8A25062-A64C-F663-6B01-2A6A3B7E7CD8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F6F696C3-61A3-8C27-9010-26E5C164F13B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4268F5FF-A7AC-FDE8-85CF-6D2235C9169B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AEDE7AB6-54E2-9452-29F1-116046111531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CE8943F6-3A9C-8023-7A59-306B5112D48A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8596D899-B5A7-B963-88BE-FEF9EED7BB9C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DF92D274-5BF7-1EC8-9BA9-D1C22D4E2E44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17F29EC2-1DFB-C815-76D4-4E88146191F7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1F7FA747-95E3-DF4A-01E6-58E5B8A03DEC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0012378F-488A-5630-68E7-CAA4330CA038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9677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Custom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Dinis Raleiras</cp:lastModifiedBy>
  <cp:revision>1</cp:revision>
  <dcterms:modified xsi:type="dcterms:W3CDTF">2025-10-22T20:25:18Z</dcterms:modified>
</cp:coreProperties>
</file>