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92" r:id="rId4"/>
    <p:sldId id="286" r:id="rId5"/>
    <p:sldId id="293" r:id="rId6"/>
    <p:sldId id="294" r:id="rId7"/>
    <p:sldId id="295" r:id="rId8"/>
    <p:sldId id="296" r:id="rId9"/>
    <p:sldId id="297" r:id="rId10"/>
  </p:sldIdLst>
  <p:sldSz cx="21599525" cy="10799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AD3"/>
    <a:srgbClr val="D0E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427" y="38"/>
      </p:cViewPr>
      <p:guideLst>
        <p:guide orient="horz" pos="3402"/>
        <p:guide pos="6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0b307b5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58" name="Google Shape;58;g3850b307b5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B3EB4518-A35C-AAF5-B374-955799C6F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854BC4E2-BEFF-BC9F-5308-59020C44E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29DF7F42-91FD-6253-CD29-6940A5608A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8759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B8C1C141-79EF-F515-48F0-C2343EF5C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1B22080E-4550-C882-7341-D4CF1B3280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8B0F6913-8C7E-6C20-26D0-3242D4E860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3781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6C92A45F-3188-D40A-172E-E6B024CAB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C7D82CB6-9FF1-DA78-07FF-4F74336BCC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EB76F63E-F455-C616-6B0F-735CC88EBE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6899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67E0334-078A-471C-7616-2F5CF921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3C12853E-2961-B19D-A6E8-5433351CF4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76984B10-3D86-7753-025C-630D08F575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8388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F614F39-69C4-BD4D-D1C9-93BC55591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8D33CAA3-6395-16CC-5372-F45BDDB7F0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24BE5413-6AD0-0141-EC54-7D0DB45761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9739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F8A483A-389F-B0B1-E263-7071FE3BE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5DF8C78C-B582-CE0A-3288-E62534B553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A8190D5C-9A39-6B5A-A533-3B2BC1E00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F70975C7-2CFE-0D6F-9E0D-248EFFA1E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B18357A7-5F9D-25D7-D74C-43714F5F25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7AD2EB54-E7E2-E8BE-82D8-2BF0B92E7B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3408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838" y="4015113"/>
            <a:ext cx="19880325" cy="2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814250" y="3300663"/>
            <a:ext cx="19971500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</a:t>
            </a:r>
            <a:r>
              <a:rPr lang="pt-PT" b="1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7</a:t>
            </a:r>
            <a:endParaRPr b="1" i="0" dirty="0">
              <a:ln w="11430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61AC5AB8-F056-4545-5F9D-564EC1C20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55774726-9FD9-790C-5F44-FAB940C71CE3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46DC65D5-8C0F-537F-E396-AD7F49D30C2A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AF43146-127D-005D-FAEA-1CA164345388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42224C6A-AC0A-94C7-6944-5FE4ABE2D2EE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5269596B-EBA4-F160-6A20-35C95676824D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C85292E7-CB20-B501-D35B-5BA940BF9509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897E0F3-8FE8-81A9-E172-7FB3439C65E9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3B4C8F39-A280-659A-3C34-207DB3CF85C2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79DF43C1-FAE9-6D14-E2C5-5D1437F81798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9D19B7D1-2C0A-C733-0D09-A814EDA1F9A3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218467B4-3AC0-16E2-629C-FBE203A75142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E39DDC64-1091-9738-0A04-469E9D298174}"/>
              </a:ext>
            </a:extLst>
          </p:cNvPr>
          <p:cNvSpPr/>
          <p:nvPr/>
        </p:nvSpPr>
        <p:spPr>
          <a:xfrm>
            <a:off x="18668887" y="2681513"/>
            <a:ext cx="2491725" cy="110155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326A0E28-04AA-CD76-D1F1-60AD81FC0450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2DF75946-2985-DE8B-689A-180765EDBDFA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8C4A1B68-DA91-46F6-E1C0-AEEEE7F3A5DD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53AFB3A7-7607-2721-EBF6-045BCDDAA2EA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B72BE45C-8D0D-AFCF-9365-B39072EAC579}"/>
              </a:ext>
            </a:extLst>
          </p:cNvPr>
          <p:cNvSpPr/>
          <p:nvPr/>
        </p:nvSpPr>
        <p:spPr>
          <a:xfrm>
            <a:off x="18683637" y="3151744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88606E91-1A83-E947-63BE-DAA8706E389C}"/>
              </a:ext>
            </a:extLst>
          </p:cNvPr>
          <p:cNvSpPr/>
          <p:nvPr/>
        </p:nvSpPr>
        <p:spPr>
          <a:xfrm>
            <a:off x="18667367" y="3895475"/>
            <a:ext cx="249324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12E1E08F-1A0B-0640-86EF-8481262F9FA1}"/>
              </a:ext>
            </a:extLst>
          </p:cNvPr>
          <p:cNvSpPr/>
          <p:nvPr/>
        </p:nvSpPr>
        <p:spPr>
          <a:xfrm>
            <a:off x="18633867" y="4583808"/>
            <a:ext cx="2560243" cy="146481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21D2536C-E17D-8458-2424-D05F4BE4A2C6}"/>
              </a:ext>
            </a:extLst>
          </p:cNvPr>
          <p:cNvSpPr/>
          <p:nvPr/>
        </p:nvSpPr>
        <p:spPr>
          <a:xfrm>
            <a:off x="18664347" y="5271690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E2484E86-AB6F-DE50-22E2-74274B676B49}"/>
              </a:ext>
            </a:extLst>
          </p:cNvPr>
          <p:cNvSpPr/>
          <p:nvPr/>
        </p:nvSpPr>
        <p:spPr>
          <a:xfrm>
            <a:off x="18664889" y="6220359"/>
            <a:ext cx="2495723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FDBEBC95-D49D-069D-7AE8-5079F7A2A787}"/>
              </a:ext>
            </a:extLst>
          </p:cNvPr>
          <p:cNvSpPr/>
          <p:nvPr/>
        </p:nvSpPr>
        <p:spPr>
          <a:xfrm>
            <a:off x="18683637" y="7093495"/>
            <a:ext cx="2495722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  <p:sp>
        <p:nvSpPr>
          <p:cNvPr id="15" name="Google Shape;90;p15">
            <a:extLst>
              <a:ext uri="{FF2B5EF4-FFF2-40B4-BE49-F238E27FC236}">
                <a16:creationId xmlns:a16="http://schemas.microsoft.com/office/drawing/2014/main" id="{3548CE12-C574-E813-E744-AD3F15803C24}"/>
              </a:ext>
            </a:extLst>
          </p:cNvPr>
          <p:cNvSpPr/>
          <p:nvPr/>
        </p:nvSpPr>
        <p:spPr>
          <a:xfrm>
            <a:off x="18664347" y="7801665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latin typeface="Consolas"/>
                <a:ea typeface="Consolas"/>
                <a:cs typeface="Consolas"/>
                <a:sym typeface="Consolas"/>
              </a:rPr>
              <a:t>Create a first version of the implementation of e</a:t>
            </a: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very User Story</a:t>
            </a:r>
            <a:endParaRPr lang="en-US" sz="18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88;p15">
            <a:extLst>
              <a:ext uri="{FF2B5EF4-FFF2-40B4-BE49-F238E27FC236}">
                <a16:creationId xmlns:a16="http://schemas.microsoft.com/office/drawing/2014/main" id="{521D8A54-6D7D-56D3-A6E4-616F4A1136CC}"/>
              </a:ext>
            </a:extLst>
          </p:cNvPr>
          <p:cNvSpPr/>
          <p:nvPr/>
        </p:nvSpPr>
        <p:spPr>
          <a:xfrm>
            <a:off x="9308857" y="3783069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Sequence Diagrams of each implementation</a:t>
            </a:r>
          </a:p>
        </p:txBody>
      </p:sp>
      <p:sp>
        <p:nvSpPr>
          <p:cNvPr id="14" name="Google Shape;88;p15">
            <a:extLst>
              <a:ext uri="{FF2B5EF4-FFF2-40B4-BE49-F238E27FC236}">
                <a16:creationId xmlns:a16="http://schemas.microsoft.com/office/drawing/2014/main" id="{E3A5CE47-5D35-BD65-15B0-6271869D3D07}"/>
              </a:ext>
            </a:extLst>
          </p:cNvPr>
          <p:cNvSpPr/>
          <p:nvPr/>
        </p:nvSpPr>
        <p:spPr>
          <a:xfrm>
            <a:off x="9308857" y="2394736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Class Diagrams of each implementation</a:t>
            </a:r>
          </a:p>
        </p:txBody>
      </p:sp>
      <p:sp>
        <p:nvSpPr>
          <p:cNvPr id="16" name="Google Shape;88;p15">
            <a:extLst>
              <a:ext uri="{FF2B5EF4-FFF2-40B4-BE49-F238E27FC236}">
                <a16:creationId xmlns:a16="http://schemas.microsoft.com/office/drawing/2014/main" id="{CE25FDB5-CA4C-721F-702F-796AA9EAAA8F}"/>
              </a:ext>
            </a:extLst>
          </p:cNvPr>
          <p:cNvSpPr/>
          <p:nvPr/>
        </p:nvSpPr>
        <p:spPr>
          <a:xfrm>
            <a:off x="9308858" y="1120321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Final Version of each implementation</a:t>
            </a:r>
          </a:p>
        </p:txBody>
      </p:sp>
      <p:sp>
        <p:nvSpPr>
          <p:cNvPr id="18" name="Google Shape;88;p15">
            <a:extLst>
              <a:ext uri="{FF2B5EF4-FFF2-40B4-BE49-F238E27FC236}">
                <a16:creationId xmlns:a16="http://schemas.microsoft.com/office/drawing/2014/main" id="{1D63975F-B2ED-2447-81A1-B1E81F437500}"/>
              </a:ext>
            </a:extLst>
          </p:cNvPr>
          <p:cNvSpPr/>
          <p:nvPr/>
        </p:nvSpPr>
        <p:spPr>
          <a:xfrm>
            <a:off x="9308856" y="5171402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Unit tests for each implementation </a:t>
            </a:r>
          </a:p>
        </p:txBody>
      </p:sp>
      <p:sp>
        <p:nvSpPr>
          <p:cNvPr id="19" name="Google Shape;88;p15">
            <a:extLst>
              <a:ext uri="{FF2B5EF4-FFF2-40B4-BE49-F238E27FC236}">
                <a16:creationId xmlns:a16="http://schemas.microsoft.com/office/drawing/2014/main" id="{6AB2783C-7E12-A823-D2BC-927D5B5045FE}"/>
              </a:ext>
            </a:extLst>
          </p:cNvPr>
          <p:cNvSpPr/>
          <p:nvPr/>
        </p:nvSpPr>
        <p:spPr>
          <a:xfrm>
            <a:off x="9308856" y="6524515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Demo video of the new features in the game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88;p15">
            <a:extLst>
              <a:ext uri="{FF2B5EF4-FFF2-40B4-BE49-F238E27FC236}">
                <a16:creationId xmlns:a16="http://schemas.microsoft.com/office/drawing/2014/main" id="{77781C67-A9EB-33AD-E7D7-601B34743054}"/>
              </a:ext>
            </a:extLst>
          </p:cNvPr>
          <p:cNvSpPr/>
          <p:nvPr/>
        </p:nvSpPr>
        <p:spPr>
          <a:xfrm>
            <a:off x="9308856" y="7877628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Video of the progress of the scrum board</a:t>
            </a:r>
          </a:p>
        </p:txBody>
      </p:sp>
    </p:spTree>
    <p:extLst>
      <p:ext uri="{BB962C8B-B14F-4D97-AF65-F5344CB8AC3E}">
        <p14:creationId xmlns:p14="http://schemas.microsoft.com/office/powerpoint/2010/main" val="2941911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0CD00D03-AC52-9272-A8F7-0A657E123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2B391985-330F-B5C5-D5A9-B43CA335EDE7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91A2CC90-F51A-2803-6010-012989303A5F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52C24D4D-993F-2D91-F0B1-465142DF0462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57A82AA8-0469-EA6D-DBC1-E9B1DADC8B21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D111B2DF-79BA-9881-D59C-CE3F06C190CD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555B369A-AC13-7263-43CD-44559CA66C1A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80B40FEE-B698-79CF-A3CE-0D2ABB1E48F4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48B7D400-2B15-FCF2-639D-C86DD3E6E91B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F4AAC29D-DD61-0801-2EEE-9371D6BFD22D}"/>
              </a:ext>
            </a:extLst>
          </p:cNvPr>
          <p:cNvSpPr/>
          <p:nvPr/>
        </p:nvSpPr>
        <p:spPr>
          <a:xfrm>
            <a:off x="3259795" y="517140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A3A2C09E-B0C8-51FE-11D8-80719BFAC30A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536384BA-837A-ED2D-D92C-E387EB489C4C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B68E39F5-591C-CFC5-4D9E-BC8C98304677}"/>
              </a:ext>
            </a:extLst>
          </p:cNvPr>
          <p:cNvSpPr/>
          <p:nvPr/>
        </p:nvSpPr>
        <p:spPr>
          <a:xfrm>
            <a:off x="18668887" y="2681513"/>
            <a:ext cx="2491725" cy="110155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109A3668-70A7-A981-5BF3-EA5098660CEE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AC5E1F1F-D959-9FE0-B45D-269CC57481E6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6D39F826-A688-22CA-B41B-98F913721C89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B1B0D8DA-BC9F-3826-1070-1EABB3CE4F64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6D2C543F-DB19-5D78-2A75-69E936861043}"/>
              </a:ext>
            </a:extLst>
          </p:cNvPr>
          <p:cNvSpPr/>
          <p:nvPr/>
        </p:nvSpPr>
        <p:spPr>
          <a:xfrm>
            <a:off x="18683637" y="3151744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F324A5EF-15D5-9EDD-67AB-8DE6DD3FB49E}"/>
              </a:ext>
            </a:extLst>
          </p:cNvPr>
          <p:cNvSpPr/>
          <p:nvPr/>
        </p:nvSpPr>
        <p:spPr>
          <a:xfrm>
            <a:off x="18667367" y="3895475"/>
            <a:ext cx="249324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532C955D-22A5-D620-C21A-448223C168B1}"/>
              </a:ext>
            </a:extLst>
          </p:cNvPr>
          <p:cNvSpPr/>
          <p:nvPr/>
        </p:nvSpPr>
        <p:spPr>
          <a:xfrm>
            <a:off x="18633867" y="4583808"/>
            <a:ext cx="2560243" cy="146481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D3EE5122-5EB1-FA5B-E675-E1E930FA42B0}"/>
              </a:ext>
            </a:extLst>
          </p:cNvPr>
          <p:cNvSpPr/>
          <p:nvPr/>
        </p:nvSpPr>
        <p:spPr>
          <a:xfrm>
            <a:off x="18664347" y="5271690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0CB42DC5-CDB8-4B7D-8FB2-80C5806C587F}"/>
              </a:ext>
            </a:extLst>
          </p:cNvPr>
          <p:cNvSpPr/>
          <p:nvPr/>
        </p:nvSpPr>
        <p:spPr>
          <a:xfrm>
            <a:off x="18664889" y="6220359"/>
            <a:ext cx="2495723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A5E31981-ADFD-A106-3D50-D5BADA8ECED9}"/>
              </a:ext>
            </a:extLst>
          </p:cNvPr>
          <p:cNvSpPr/>
          <p:nvPr/>
        </p:nvSpPr>
        <p:spPr>
          <a:xfrm>
            <a:off x="18683637" y="7093495"/>
            <a:ext cx="2495722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  <p:sp>
        <p:nvSpPr>
          <p:cNvPr id="15" name="Google Shape;90;p15">
            <a:extLst>
              <a:ext uri="{FF2B5EF4-FFF2-40B4-BE49-F238E27FC236}">
                <a16:creationId xmlns:a16="http://schemas.microsoft.com/office/drawing/2014/main" id="{8F234C91-F84E-00F6-4527-F9B9BD0D1A74}"/>
              </a:ext>
            </a:extLst>
          </p:cNvPr>
          <p:cNvSpPr/>
          <p:nvPr/>
        </p:nvSpPr>
        <p:spPr>
          <a:xfrm>
            <a:off x="18664347" y="7801665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latin typeface="Consolas"/>
                <a:ea typeface="Consolas"/>
                <a:cs typeface="Consolas"/>
                <a:sym typeface="Consolas"/>
              </a:rPr>
              <a:t>Create a first version of the implementation of e</a:t>
            </a: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very User Story</a:t>
            </a:r>
            <a:endParaRPr lang="en-US" sz="18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88;p15">
            <a:extLst>
              <a:ext uri="{FF2B5EF4-FFF2-40B4-BE49-F238E27FC236}">
                <a16:creationId xmlns:a16="http://schemas.microsoft.com/office/drawing/2014/main" id="{643B8AB3-9294-603C-28E6-DEC4393F1AC5}"/>
              </a:ext>
            </a:extLst>
          </p:cNvPr>
          <p:cNvSpPr/>
          <p:nvPr/>
        </p:nvSpPr>
        <p:spPr>
          <a:xfrm>
            <a:off x="12281513" y="3944911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Sequence Diagrams of each implementation</a:t>
            </a:r>
          </a:p>
        </p:txBody>
      </p:sp>
      <p:sp>
        <p:nvSpPr>
          <p:cNvPr id="14" name="Google Shape;88;p15">
            <a:extLst>
              <a:ext uri="{FF2B5EF4-FFF2-40B4-BE49-F238E27FC236}">
                <a16:creationId xmlns:a16="http://schemas.microsoft.com/office/drawing/2014/main" id="{47728A48-F00F-8978-46AC-53A4A78FB232}"/>
              </a:ext>
            </a:extLst>
          </p:cNvPr>
          <p:cNvSpPr/>
          <p:nvPr/>
        </p:nvSpPr>
        <p:spPr>
          <a:xfrm>
            <a:off x="12281514" y="2512985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Class Diagrams of each implementation</a:t>
            </a:r>
          </a:p>
        </p:txBody>
      </p:sp>
      <p:sp>
        <p:nvSpPr>
          <p:cNvPr id="16" name="Google Shape;88;p15">
            <a:extLst>
              <a:ext uri="{FF2B5EF4-FFF2-40B4-BE49-F238E27FC236}">
                <a16:creationId xmlns:a16="http://schemas.microsoft.com/office/drawing/2014/main" id="{2A09E218-6303-BF9B-0BD1-A3572C09A0C9}"/>
              </a:ext>
            </a:extLst>
          </p:cNvPr>
          <p:cNvSpPr/>
          <p:nvPr/>
        </p:nvSpPr>
        <p:spPr>
          <a:xfrm>
            <a:off x="12281512" y="849419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Final Version of each implementation</a:t>
            </a:r>
          </a:p>
        </p:txBody>
      </p:sp>
      <p:sp>
        <p:nvSpPr>
          <p:cNvPr id="18" name="Google Shape;88;p15">
            <a:extLst>
              <a:ext uri="{FF2B5EF4-FFF2-40B4-BE49-F238E27FC236}">
                <a16:creationId xmlns:a16="http://schemas.microsoft.com/office/drawing/2014/main" id="{46086A44-9BA2-89B8-91E6-D50887CE2CE6}"/>
              </a:ext>
            </a:extLst>
          </p:cNvPr>
          <p:cNvSpPr/>
          <p:nvPr/>
        </p:nvSpPr>
        <p:spPr>
          <a:xfrm>
            <a:off x="12281513" y="5411852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Unit tests for each implementation </a:t>
            </a:r>
          </a:p>
        </p:txBody>
      </p:sp>
      <p:sp>
        <p:nvSpPr>
          <p:cNvPr id="19" name="Google Shape;88;p15">
            <a:extLst>
              <a:ext uri="{FF2B5EF4-FFF2-40B4-BE49-F238E27FC236}">
                <a16:creationId xmlns:a16="http://schemas.microsoft.com/office/drawing/2014/main" id="{FFF3E755-E5AB-340E-27C8-7C034D4EDE38}"/>
              </a:ext>
            </a:extLst>
          </p:cNvPr>
          <p:cNvSpPr/>
          <p:nvPr/>
        </p:nvSpPr>
        <p:spPr>
          <a:xfrm>
            <a:off x="9308853" y="6964110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Demo video of the new features in the game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88;p15">
            <a:extLst>
              <a:ext uri="{FF2B5EF4-FFF2-40B4-BE49-F238E27FC236}">
                <a16:creationId xmlns:a16="http://schemas.microsoft.com/office/drawing/2014/main" id="{531B2CAB-F1DD-1F8D-FA1A-03AFD8788CD5}"/>
              </a:ext>
            </a:extLst>
          </p:cNvPr>
          <p:cNvSpPr/>
          <p:nvPr/>
        </p:nvSpPr>
        <p:spPr>
          <a:xfrm>
            <a:off x="9308855" y="8372275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Video of the progress of the scrum board</a:t>
            </a:r>
          </a:p>
        </p:txBody>
      </p:sp>
    </p:spTree>
    <p:extLst>
      <p:ext uri="{BB962C8B-B14F-4D97-AF65-F5344CB8AC3E}">
        <p14:creationId xmlns:p14="http://schemas.microsoft.com/office/powerpoint/2010/main" val="4260906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E48758B5-DBC7-DFA7-891F-BF361B4CF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C798809F-763C-172B-ACC1-E2493705ED14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C951B2D4-ED54-4DAD-97E5-89D9FAA94326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C260BD04-D935-76B9-789B-B313E4119C4F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C3A01484-EE0F-163D-3BE4-755B5E0ACC2E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2EA054D9-A0AE-0558-A6D8-F084864F8645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45A61979-47FB-E927-F9A0-195C44D4B801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CFF7AE07-13AE-24D1-E860-D4863FCCA037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1C954157-5E97-4EAB-7571-C5CA546AC43E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1CECED79-1CD1-F727-4C36-13F6B2144E04}"/>
              </a:ext>
            </a:extLst>
          </p:cNvPr>
          <p:cNvSpPr/>
          <p:nvPr/>
        </p:nvSpPr>
        <p:spPr>
          <a:xfrm>
            <a:off x="3259795" y="517140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F8C4E67F-49CD-C5C1-AF30-6FC9CDBCB93B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A1830A4C-4351-7B0A-FE39-F95A4993A3C5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46C78975-D937-E923-A5ED-00B675114BC3}"/>
              </a:ext>
            </a:extLst>
          </p:cNvPr>
          <p:cNvSpPr/>
          <p:nvPr/>
        </p:nvSpPr>
        <p:spPr>
          <a:xfrm>
            <a:off x="18668887" y="2681513"/>
            <a:ext cx="2491725" cy="110155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118F0261-9792-C39D-5B38-38571AC3391C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586702A7-9DAF-8213-B119-E0771CEC6F2F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EB5CDBC4-4B2E-5970-DFD0-4C96BB240163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5F51A041-2BC3-1F12-A9D8-F9883ED852D4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3846444D-BF14-A36F-F981-21F9B58E0FDF}"/>
              </a:ext>
            </a:extLst>
          </p:cNvPr>
          <p:cNvSpPr/>
          <p:nvPr/>
        </p:nvSpPr>
        <p:spPr>
          <a:xfrm>
            <a:off x="18683637" y="3151744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574CC3F6-E3A8-1487-539E-3E74EDD53DE3}"/>
              </a:ext>
            </a:extLst>
          </p:cNvPr>
          <p:cNvSpPr/>
          <p:nvPr/>
        </p:nvSpPr>
        <p:spPr>
          <a:xfrm>
            <a:off x="18667367" y="3895475"/>
            <a:ext cx="249324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1C5032D2-CA1C-4105-C0D2-55D13A1AAB97}"/>
              </a:ext>
            </a:extLst>
          </p:cNvPr>
          <p:cNvSpPr/>
          <p:nvPr/>
        </p:nvSpPr>
        <p:spPr>
          <a:xfrm>
            <a:off x="18633867" y="4583808"/>
            <a:ext cx="2560243" cy="146481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60038BE6-01AB-76A2-A050-4095F8B8A7D9}"/>
              </a:ext>
            </a:extLst>
          </p:cNvPr>
          <p:cNvSpPr/>
          <p:nvPr/>
        </p:nvSpPr>
        <p:spPr>
          <a:xfrm>
            <a:off x="18664347" y="5271690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EFE3E1C4-D8D2-EAEB-13AF-A6A807041E61}"/>
              </a:ext>
            </a:extLst>
          </p:cNvPr>
          <p:cNvSpPr/>
          <p:nvPr/>
        </p:nvSpPr>
        <p:spPr>
          <a:xfrm>
            <a:off x="18664889" y="6220359"/>
            <a:ext cx="2495723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5641F0FE-E450-8274-1BFC-C994CE426A9E}"/>
              </a:ext>
            </a:extLst>
          </p:cNvPr>
          <p:cNvSpPr/>
          <p:nvPr/>
        </p:nvSpPr>
        <p:spPr>
          <a:xfrm>
            <a:off x="18683637" y="7093495"/>
            <a:ext cx="2495722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  <p:sp>
        <p:nvSpPr>
          <p:cNvPr id="15" name="Google Shape;90;p15">
            <a:extLst>
              <a:ext uri="{FF2B5EF4-FFF2-40B4-BE49-F238E27FC236}">
                <a16:creationId xmlns:a16="http://schemas.microsoft.com/office/drawing/2014/main" id="{81244E71-3DC9-BEB8-31E9-9D9C0088F51A}"/>
              </a:ext>
            </a:extLst>
          </p:cNvPr>
          <p:cNvSpPr/>
          <p:nvPr/>
        </p:nvSpPr>
        <p:spPr>
          <a:xfrm>
            <a:off x="18664347" y="7801665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latin typeface="Consolas"/>
                <a:ea typeface="Consolas"/>
                <a:cs typeface="Consolas"/>
                <a:sym typeface="Consolas"/>
              </a:rPr>
              <a:t>Create a first version of the implementation of e</a:t>
            </a: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very User Story</a:t>
            </a:r>
            <a:endParaRPr lang="en-US" sz="18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88;p15">
            <a:extLst>
              <a:ext uri="{FF2B5EF4-FFF2-40B4-BE49-F238E27FC236}">
                <a16:creationId xmlns:a16="http://schemas.microsoft.com/office/drawing/2014/main" id="{277CC14D-D50C-1A77-0B14-39DA2D99E7CC}"/>
              </a:ext>
            </a:extLst>
          </p:cNvPr>
          <p:cNvSpPr/>
          <p:nvPr/>
        </p:nvSpPr>
        <p:spPr>
          <a:xfrm>
            <a:off x="12281513" y="3944911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Sequence Diagrams of each implementation</a:t>
            </a:r>
          </a:p>
        </p:txBody>
      </p:sp>
      <p:sp>
        <p:nvSpPr>
          <p:cNvPr id="14" name="Google Shape;88;p15">
            <a:extLst>
              <a:ext uri="{FF2B5EF4-FFF2-40B4-BE49-F238E27FC236}">
                <a16:creationId xmlns:a16="http://schemas.microsoft.com/office/drawing/2014/main" id="{C654CAFD-11E0-30DE-1454-390A6280CE95}"/>
              </a:ext>
            </a:extLst>
          </p:cNvPr>
          <p:cNvSpPr/>
          <p:nvPr/>
        </p:nvSpPr>
        <p:spPr>
          <a:xfrm>
            <a:off x="12281514" y="2512985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Class Diagrams of each implementation</a:t>
            </a:r>
          </a:p>
        </p:txBody>
      </p:sp>
      <p:sp>
        <p:nvSpPr>
          <p:cNvPr id="16" name="Google Shape;88;p15">
            <a:extLst>
              <a:ext uri="{FF2B5EF4-FFF2-40B4-BE49-F238E27FC236}">
                <a16:creationId xmlns:a16="http://schemas.microsoft.com/office/drawing/2014/main" id="{C931B3D1-FED8-24F2-2B26-B96E69E4293C}"/>
              </a:ext>
            </a:extLst>
          </p:cNvPr>
          <p:cNvSpPr/>
          <p:nvPr/>
        </p:nvSpPr>
        <p:spPr>
          <a:xfrm>
            <a:off x="15532407" y="849419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Final Version of each implementation</a:t>
            </a:r>
          </a:p>
        </p:txBody>
      </p:sp>
      <p:sp>
        <p:nvSpPr>
          <p:cNvPr id="18" name="Google Shape;88;p15">
            <a:extLst>
              <a:ext uri="{FF2B5EF4-FFF2-40B4-BE49-F238E27FC236}">
                <a16:creationId xmlns:a16="http://schemas.microsoft.com/office/drawing/2014/main" id="{70182F21-81EA-2355-1CBC-4E03F15C9E57}"/>
              </a:ext>
            </a:extLst>
          </p:cNvPr>
          <p:cNvSpPr/>
          <p:nvPr/>
        </p:nvSpPr>
        <p:spPr>
          <a:xfrm>
            <a:off x="12281513" y="5411852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Unit tests for each implementation </a:t>
            </a:r>
          </a:p>
        </p:txBody>
      </p:sp>
      <p:sp>
        <p:nvSpPr>
          <p:cNvPr id="19" name="Google Shape;88;p15">
            <a:extLst>
              <a:ext uri="{FF2B5EF4-FFF2-40B4-BE49-F238E27FC236}">
                <a16:creationId xmlns:a16="http://schemas.microsoft.com/office/drawing/2014/main" id="{DB0E97DD-5E7A-C016-5427-2183A895800E}"/>
              </a:ext>
            </a:extLst>
          </p:cNvPr>
          <p:cNvSpPr/>
          <p:nvPr/>
        </p:nvSpPr>
        <p:spPr>
          <a:xfrm>
            <a:off x="9308853" y="6964110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Demo video of the new features in the game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88;p15">
            <a:extLst>
              <a:ext uri="{FF2B5EF4-FFF2-40B4-BE49-F238E27FC236}">
                <a16:creationId xmlns:a16="http://schemas.microsoft.com/office/drawing/2014/main" id="{1A4C6210-1124-DEB3-52D1-D4BD6666C963}"/>
              </a:ext>
            </a:extLst>
          </p:cNvPr>
          <p:cNvSpPr/>
          <p:nvPr/>
        </p:nvSpPr>
        <p:spPr>
          <a:xfrm>
            <a:off x="9308855" y="8372275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Video of the progress of the scrum board</a:t>
            </a:r>
          </a:p>
        </p:txBody>
      </p:sp>
    </p:spTree>
    <p:extLst>
      <p:ext uri="{BB962C8B-B14F-4D97-AF65-F5344CB8AC3E}">
        <p14:creationId xmlns:p14="http://schemas.microsoft.com/office/powerpoint/2010/main" val="2648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ED0A0845-CF4F-8B6F-E687-0A4D5D5F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40A6E0B6-F9E0-66E2-F980-DEDFE923AD24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4435775B-33BB-7F83-833C-6AE36AC90319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9B11F66D-13BB-A908-0ABF-140C68AB1EFC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6C863121-85C3-E718-3149-12C9613A61C5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0A1E3AA7-0683-38E6-B8CB-5F6556C65C55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3F61AB7E-380C-E2EA-0420-A2FC30183881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DA42A99D-93D0-D911-A634-ABCD7D96B7C9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49AAA591-AFDB-52DB-B856-7FB268D0954B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BDD8B750-3018-BA20-4581-E15594AA680A}"/>
              </a:ext>
            </a:extLst>
          </p:cNvPr>
          <p:cNvSpPr/>
          <p:nvPr/>
        </p:nvSpPr>
        <p:spPr>
          <a:xfrm>
            <a:off x="3259795" y="517140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2E176572-E127-5C7F-727B-B01B44A08CA6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1429B731-03EC-9631-ADDB-9665D028BA7E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1CADF40D-C183-1F85-AFB6-F6C9FAF97A53}"/>
              </a:ext>
            </a:extLst>
          </p:cNvPr>
          <p:cNvSpPr/>
          <p:nvPr/>
        </p:nvSpPr>
        <p:spPr>
          <a:xfrm>
            <a:off x="18668887" y="2681513"/>
            <a:ext cx="2491725" cy="110155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907B54C5-FEC1-9FF0-27CA-3A05FD2AE714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F907924C-BB73-881A-3900-595CEC6D5705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7FE746D4-E994-6EC9-77EF-C2F4A821700B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3BBB1C78-6A28-ADA7-A78F-EB8D90D65CBF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269C2250-EF4B-9073-23E3-7F2C35D0E8E9}"/>
              </a:ext>
            </a:extLst>
          </p:cNvPr>
          <p:cNvSpPr/>
          <p:nvPr/>
        </p:nvSpPr>
        <p:spPr>
          <a:xfrm>
            <a:off x="18683637" y="3151744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AE1EC06A-A5A9-05A5-604C-A16733C2B2D7}"/>
              </a:ext>
            </a:extLst>
          </p:cNvPr>
          <p:cNvSpPr/>
          <p:nvPr/>
        </p:nvSpPr>
        <p:spPr>
          <a:xfrm>
            <a:off x="18667367" y="3895475"/>
            <a:ext cx="249324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8335DA69-2E70-D8D4-13A9-2D9373AD3320}"/>
              </a:ext>
            </a:extLst>
          </p:cNvPr>
          <p:cNvSpPr/>
          <p:nvPr/>
        </p:nvSpPr>
        <p:spPr>
          <a:xfrm>
            <a:off x="18633867" y="4583808"/>
            <a:ext cx="2560243" cy="146481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D7BBE59C-F2BB-C7BF-FBF1-00C62624A4D8}"/>
              </a:ext>
            </a:extLst>
          </p:cNvPr>
          <p:cNvSpPr/>
          <p:nvPr/>
        </p:nvSpPr>
        <p:spPr>
          <a:xfrm>
            <a:off x="18664347" y="5271690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D6B894CD-F066-9278-6F95-FB6A0E287CBA}"/>
              </a:ext>
            </a:extLst>
          </p:cNvPr>
          <p:cNvSpPr/>
          <p:nvPr/>
        </p:nvSpPr>
        <p:spPr>
          <a:xfrm>
            <a:off x="18664889" y="6220359"/>
            <a:ext cx="2495723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A1207A88-5699-56A9-E2A7-D85B763FEA21}"/>
              </a:ext>
            </a:extLst>
          </p:cNvPr>
          <p:cNvSpPr/>
          <p:nvPr/>
        </p:nvSpPr>
        <p:spPr>
          <a:xfrm>
            <a:off x="18683637" y="7093495"/>
            <a:ext cx="2495722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  <p:sp>
        <p:nvSpPr>
          <p:cNvPr id="15" name="Google Shape;90;p15">
            <a:extLst>
              <a:ext uri="{FF2B5EF4-FFF2-40B4-BE49-F238E27FC236}">
                <a16:creationId xmlns:a16="http://schemas.microsoft.com/office/drawing/2014/main" id="{0B67444A-F7D5-2313-B3C9-85F9EE3B2D11}"/>
              </a:ext>
            </a:extLst>
          </p:cNvPr>
          <p:cNvSpPr/>
          <p:nvPr/>
        </p:nvSpPr>
        <p:spPr>
          <a:xfrm>
            <a:off x="18664347" y="7801665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latin typeface="Consolas"/>
                <a:ea typeface="Consolas"/>
                <a:cs typeface="Consolas"/>
                <a:sym typeface="Consolas"/>
              </a:rPr>
              <a:t>Create a first version of the implementation of e</a:t>
            </a: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very User Story</a:t>
            </a:r>
            <a:endParaRPr lang="en-US" sz="18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88;p15">
            <a:extLst>
              <a:ext uri="{FF2B5EF4-FFF2-40B4-BE49-F238E27FC236}">
                <a16:creationId xmlns:a16="http://schemas.microsoft.com/office/drawing/2014/main" id="{C673A74C-C970-4144-8342-8CC5F4C12F1E}"/>
              </a:ext>
            </a:extLst>
          </p:cNvPr>
          <p:cNvSpPr/>
          <p:nvPr/>
        </p:nvSpPr>
        <p:spPr>
          <a:xfrm>
            <a:off x="12281513" y="3944911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Sequence Diagrams of each implementation</a:t>
            </a:r>
          </a:p>
        </p:txBody>
      </p:sp>
      <p:sp>
        <p:nvSpPr>
          <p:cNvPr id="14" name="Google Shape;88;p15">
            <a:extLst>
              <a:ext uri="{FF2B5EF4-FFF2-40B4-BE49-F238E27FC236}">
                <a16:creationId xmlns:a16="http://schemas.microsoft.com/office/drawing/2014/main" id="{46F2048D-499A-9273-42E7-167E8EFCFC11}"/>
              </a:ext>
            </a:extLst>
          </p:cNvPr>
          <p:cNvSpPr/>
          <p:nvPr/>
        </p:nvSpPr>
        <p:spPr>
          <a:xfrm>
            <a:off x="12281514" y="2512985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Class Diagrams of each implementation</a:t>
            </a:r>
          </a:p>
        </p:txBody>
      </p:sp>
      <p:sp>
        <p:nvSpPr>
          <p:cNvPr id="16" name="Google Shape;88;p15">
            <a:extLst>
              <a:ext uri="{FF2B5EF4-FFF2-40B4-BE49-F238E27FC236}">
                <a16:creationId xmlns:a16="http://schemas.microsoft.com/office/drawing/2014/main" id="{DECAA20D-6117-640C-43BA-2B8376E05E85}"/>
              </a:ext>
            </a:extLst>
          </p:cNvPr>
          <p:cNvSpPr/>
          <p:nvPr/>
        </p:nvSpPr>
        <p:spPr>
          <a:xfrm>
            <a:off x="15532407" y="849419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Final Version of each implementation</a:t>
            </a:r>
          </a:p>
        </p:txBody>
      </p:sp>
      <p:sp>
        <p:nvSpPr>
          <p:cNvPr id="18" name="Google Shape;88;p15">
            <a:extLst>
              <a:ext uri="{FF2B5EF4-FFF2-40B4-BE49-F238E27FC236}">
                <a16:creationId xmlns:a16="http://schemas.microsoft.com/office/drawing/2014/main" id="{AAA7B00A-FC0A-BCDA-CBB3-B1EDDA8B94FA}"/>
              </a:ext>
            </a:extLst>
          </p:cNvPr>
          <p:cNvSpPr/>
          <p:nvPr/>
        </p:nvSpPr>
        <p:spPr>
          <a:xfrm>
            <a:off x="12281513" y="5411852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Unit tests for each implementation </a:t>
            </a:r>
          </a:p>
        </p:txBody>
      </p:sp>
      <p:sp>
        <p:nvSpPr>
          <p:cNvPr id="19" name="Google Shape;88;p15">
            <a:extLst>
              <a:ext uri="{FF2B5EF4-FFF2-40B4-BE49-F238E27FC236}">
                <a16:creationId xmlns:a16="http://schemas.microsoft.com/office/drawing/2014/main" id="{CA09B2DA-377A-590F-5167-BD58BA86B160}"/>
              </a:ext>
            </a:extLst>
          </p:cNvPr>
          <p:cNvSpPr/>
          <p:nvPr/>
        </p:nvSpPr>
        <p:spPr>
          <a:xfrm>
            <a:off x="9308853" y="6964110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Demo video of the new features in the game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88;p15">
            <a:extLst>
              <a:ext uri="{FF2B5EF4-FFF2-40B4-BE49-F238E27FC236}">
                <a16:creationId xmlns:a16="http://schemas.microsoft.com/office/drawing/2014/main" id="{2AD5F495-F11F-5FFB-680E-6EC662346BE2}"/>
              </a:ext>
            </a:extLst>
          </p:cNvPr>
          <p:cNvSpPr/>
          <p:nvPr/>
        </p:nvSpPr>
        <p:spPr>
          <a:xfrm>
            <a:off x="9308855" y="8372275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Video of the progress of the scrum board</a:t>
            </a:r>
          </a:p>
        </p:txBody>
      </p:sp>
    </p:spTree>
    <p:extLst>
      <p:ext uri="{BB962C8B-B14F-4D97-AF65-F5344CB8AC3E}">
        <p14:creationId xmlns:p14="http://schemas.microsoft.com/office/powerpoint/2010/main" val="2688754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6158AD5C-37BC-CDAA-447B-2C46EA192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DA795071-BD07-B1C5-7B37-ED5325D2E7AE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0148EEC9-C0E0-C0EF-8D1D-7617473A53D6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7743F76-ABA1-0786-68B7-F064D008989A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6F115AD0-D04E-9621-9A5D-472B64EDC856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67547BEB-5812-8D1E-D620-B83BDD857B99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827E2E99-C7E9-8D54-84DB-11BE8A96D810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3C58E7C6-10E7-E2C1-C5FE-A846E422D419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70C1A4D9-116B-8266-E3C4-B0C6A1E119A2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17D70D43-3065-7DB1-3737-01984A0A574F}"/>
              </a:ext>
            </a:extLst>
          </p:cNvPr>
          <p:cNvSpPr/>
          <p:nvPr/>
        </p:nvSpPr>
        <p:spPr>
          <a:xfrm>
            <a:off x="3259795" y="517140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919C0D28-0616-3DE7-CACF-12FC6A356B13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F0222103-F6FD-7506-F284-A70EDA3AE1B8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06593A07-F83B-20D4-F939-0170E9253D99}"/>
              </a:ext>
            </a:extLst>
          </p:cNvPr>
          <p:cNvSpPr/>
          <p:nvPr/>
        </p:nvSpPr>
        <p:spPr>
          <a:xfrm>
            <a:off x="18668887" y="2681513"/>
            <a:ext cx="2491725" cy="110155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B0C1267D-3FF4-A354-352F-275280364C2B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50C71590-C854-E682-9894-F86DB833D9B3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BA531632-2D81-EF96-BFC1-0F5AA8C4C7EF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D1DE3625-C2E8-4561-8578-B61EBAAE8483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92E933E9-CCB1-5519-2203-2BFBF6FD5F17}"/>
              </a:ext>
            </a:extLst>
          </p:cNvPr>
          <p:cNvSpPr/>
          <p:nvPr/>
        </p:nvSpPr>
        <p:spPr>
          <a:xfrm>
            <a:off x="18683637" y="3151744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DC692B73-06FC-5991-C5F6-A9592A00790B}"/>
              </a:ext>
            </a:extLst>
          </p:cNvPr>
          <p:cNvSpPr/>
          <p:nvPr/>
        </p:nvSpPr>
        <p:spPr>
          <a:xfrm>
            <a:off x="18667367" y="3895475"/>
            <a:ext cx="249324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84C3D82C-90B3-945B-BF53-3BD5A022D15A}"/>
              </a:ext>
            </a:extLst>
          </p:cNvPr>
          <p:cNvSpPr/>
          <p:nvPr/>
        </p:nvSpPr>
        <p:spPr>
          <a:xfrm>
            <a:off x="18633867" y="4583808"/>
            <a:ext cx="2560243" cy="146481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084A3A09-366B-259A-D0D7-72BCCA2B0CF9}"/>
              </a:ext>
            </a:extLst>
          </p:cNvPr>
          <p:cNvSpPr/>
          <p:nvPr/>
        </p:nvSpPr>
        <p:spPr>
          <a:xfrm>
            <a:off x="18664347" y="5271690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826719A3-7141-E062-83D7-BC0F0C4D3199}"/>
              </a:ext>
            </a:extLst>
          </p:cNvPr>
          <p:cNvSpPr/>
          <p:nvPr/>
        </p:nvSpPr>
        <p:spPr>
          <a:xfrm>
            <a:off x="18664889" y="6220359"/>
            <a:ext cx="2495723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0520B1BC-ADED-A759-A7C8-7BD4EA967D36}"/>
              </a:ext>
            </a:extLst>
          </p:cNvPr>
          <p:cNvSpPr/>
          <p:nvPr/>
        </p:nvSpPr>
        <p:spPr>
          <a:xfrm>
            <a:off x="18683637" y="7093495"/>
            <a:ext cx="2495722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  <p:sp>
        <p:nvSpPr>
          <p:cNvPr id="15" name="Google Shape;90;p15">
            <a:extLst>
              <a:ext uri="{FF2B5EF4-FFF2-40B4-BE49-F238E27FC236}">
                <a16:creationId xmlns:a16="http://schemas.microsoft.com/office/drawing/2014/main" id="{F96759B6-9AA3-F7E6-8680-4D0E6F7E89A0}"/>
              </a:ext>
            </a:extLst>
          </p:cNvPr>
          <p:cNvSpPr/>
          <p:nvPr/>
        </p:nvSpPr>
        <p:spPr>
          <a:xfrm>
            <a:off x="18664347" y="7801665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latin typeface="Consolas"/>
                <a:ea typeface="Consolas"/>
                <a:cs typeface="Consolas"/>
                <a:sym typeface="Consolas"/>
              </a:rPr>
              <a:t>Create a first version of the implementation of e</a:t>
            </a: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very User Story</a:t>
            </a:r>
            <a:endParaRPr lang="en-US" sz="18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88;p15">
            <a:extLst>
              <a:ext uri="{FF2B5EF4-FFF2-40B4-BE49-F238E27FC236}">
                <a16:creationId xmlns:a16="http://schemas.microsoft.com/office/drawing/2014/main" id="{1D07D497-C80B-1C3A-6831-E8F5A585387A}"/>
              </a:ext>
            </a:extLst>
          </p:cNvPr>
          <p:cNvSpPr/>
          <p:nvPr/>
        </p:nvSpPr>
        <p:spPr>
          <a:xfrm>
            <a:off x="15532407" y="2079141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Sequence Diagrams of each implementation</a:t>
            </a:r>
          </a:p>
        </p:txBody>
      </p:sp>
      <p:sp>
        <p:nvSpPr>
          <p:cNvPr id="14" name="Google Shape;88;p15">
            <a:extLst>
              <a:ext uri="{FF2B5EF4-FFF2-40B4-BE49-F238E27FC236}">
                <a16:creationId xmlns:a16="http://schemas.microsoft.com/office/drawing/2014/main" id="{8C64A14D-D3D9-19F9-31A0-D317F0F2A210}"/>
              </a:ext>
            </a:extLst>
          </p:cNvPr>
          <p:cNvSpPr/>
          <p:nvPr/>
        </p:nvSpPr>
        <p:spPr>
          <a:xfrm>
            <a:off x="15532407" y="866070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Class Diagrams of each implementation</a:t>
            </a:r>
          </a:p>
        </p:txBody>
      </p:sp>
      <p:sp>
        <p:nvSpPr>
          <p:cNvPr id="16" name="Google Shape;88;p15">
            <a:extLst>
              <a:ext uri="{FF2B5EF4-FFF2-40B4-BE49-F238E27FC236}">
                <a16:creationId xmlns:a16="http://schemas.microsoft.com/office/drawing/2014/main" id="{3149965C-6C6C-BCAF-C496-3465C7C13F57}"/>
              </a:ext>
            </a:extLst>
          </p:cNvPr>
          <p:cNvSpPr/>
          <p:nvPr/>
        </p:nvSpPr>
        <p:spPr>
          <a:xfrm>
            <a:off x="18654134" y="9112789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Final Version of each implementation</a:t>
            </a:r>
          </a:p>
        </p:txBody>
      </p:sp>
      <p:sp>
        <p:nvSpPr>
          <p:cNvPr id="18" name="Google Shape;88;p15">
            <a:extLst>
              <a:ext uri="{FF2B5EF4-FFF2-40B4-BE49-F238E27FC236}">
                <a16:creationId xmlns:a16="http://schemas.microsoft.com/office/drawing/2014/main" id="{38725758-1FC8-1274-303D-7095C0CA0AA7}"/>
              </a:ext>
            </a:extLst>
          </p:cNvPr>
          <p:cNvSpPr/>
          <p:nvPr/>
        </p:nvSpPr>
        <p:spPr>
          <a:xfrm>
            <a:off x="12520151" y="3200903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Unit tests for each implementation </a:t>
            </a:r>
          </a:p>
        </p:txBody>
      </p:sp>
      <p:sp>
        <p:nvSpPr>
          <p:cNvPr id="19" name="Google Shape;88;p15">
            <a:extLst>
              <a:ext uri="{FF2B5EF4-FFF2-40B4-BE49-F238E27FC236}">
                <a16:creationId xmlns:a16="http://schemas.microsoft.com/office/drawing/2014/main" id="{4150FBA4-8AAD-8E8B-ADD5-4F6B4EBD50C4}"/>
              </a:ext>
            </a:extLst>
          </p:cNvPr>
          <p:cNvSpPr/>
          <p:nvPr/>
        </p:nvSpPr>
        <p:spPr>
          <a:xfrm>
            <a:off x="12520151" y="4559445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Demo video of the new features in the game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88;p15">
            <a:extLst>
              <a:ext uri="{FF2B5EF4-FFF2-40B4-BE49-F238E27FC236}">
                <a16:creationId xmlns:a16="http://schemas.microsoft.com/office/drawing/2014/main" id="{1D47F1BF-753A-C070-B4A5-F02CCA8C6FA5}"/>
              </a:ext>
            </a:extLst>
          </p:cNvPr>
          <p:cNvSpPr/>
          <p:nvPr/>
        </p:nvSpPr>
        <p:spPr>
          <a:xfrm>
            <a:off x="9366071" y="6027217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Video of the progress of the scrum board</a:t>
            </a:r>
          </a:p>
        </p:txBody>
      </p:sp>
    </p:spTree>
    <p:extLst>
      <p:ext uri="{BB962C8B-B14F-4D97-AF65-F5344CB8AC3E}">
        <p14:creationId xmlns:p14="http://schemas.microsoft.com/office/powerpoint/2010/main" val="352540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9F669408-7209-FE11-9BF4-34CC31501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9DED065D-5451-1998-E279-31D87E236369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4EEA3B85-4159-E791-B8AE-7BA5D6EADEC0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7EBCD7F-B6BE-19A9-9E5C-7882557E354E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267C41D5-7FAC-56C1-8154-C30B07A28876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0500FF91-CD44-498D-BA09-D3F61406935F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91419436-22B6-D206-F7D6-BE79BD8BF62D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478D703-D32B-807E-83EF-F164547E555C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7B985151-549B-C64C-CB89-F7850D228DF7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261F7324-04DF-F8FB-8D6F-5BC486B91B80}"/>
              </a:ext>
            </a:extLst>
          </p:cNvPr>
          <p:cNvSpPr/>
          <p:nvPr/>
        </p:nvSpPr>
        <p:spPr>
          <a:xfrm>
            <a:off x="3259795" y="517140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519D2F2F-03D0-811F-5BCD-41A7B3B32743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D2F18E44-720A-AC6E-DE4F-ABC46F88CC00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BBE167D0-395C-0417-990A-BEEAED400D56}"/>
              </a:ext>
            </a:extLst>
          </p:cNvPr>
          <p:cNvSpPr/>
          <p:nvPr/>
        </p:nvSpPr>
        <p:spPr>
          <a:xfrm>
            <a:off x="18668887" y="2681513"/>
            <a:ext cx="2491725" cy="110155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3BE794A0-EF7D-D77A-F7F3-18BE207DA9B1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AF176385-5C4F-EB59-0183-145BFEE8B36D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B300CDF2-AA7F-5BF7-89FF-B2F8318ED5C0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F221488B-8880-2516-F4DE-3AA66313FEC3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4F233A2F-1AA5-AD62-A7F7-24C988F70F08}"/>
              </a:ext>
            </a:extLst>
          </p:cNvPr>
          <p:cNvSpPr/>
          <p:nvPr/>
        </p:nvSpPr>
        <p:spPr>
          <a:xfrm>
            <a:off x="18683637" y="3151744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1FB96DD4-73D5-D1E5-3880-9185B89CA69A}"/>
              </a:ext>
            </a:extLst>
          </p:cNvPr>
          <p:cNvSpPr/>
          <p:nvPr/>
        </p:nvSpPr>
        <p:spPr>
          <a:xfrm>
            <a:off x="18667367" y="3895475"/>
            <a:ext cx="249324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F47C71AC-D66A-FD53-6048-03A70071F71E}"/>
              </a:ext>
            </a:extLst>
          </p:cNvPr>
          <p:cNvSpPr/>
          <p:nvPr/>
        </p:nvSpPr>
        <p:spPr>
          <a:xfrm>
            <a:off x="18633867" y="4583808"/>
            <a:ext cx="2560243" cy="146481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491BF047-2E2D-F713-F5D0-B7261B141C64}"/>
              </a:ext>
            </a:extLst>
          </p:cNvPr>
          <p:cNvSpPr/>
          <p:nvPr/>
        </p:nvSpPr>
        <p:spPr>
          <a:xfrm>
            <a:off x="18664347" y="5271690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E981B683-2822-B96D-1D93-90FC7BB8EFC2}"/>
              </a:ext>
            </a:extLst>
          </p:cNvPr>
          <p:cNvSpPr/>
          <p:nvPr/>
        </p:nvSpPr>
        <p:spPr>
          <a:xfrm>
            <a:off x="18664889" y="6220359"/>
            <a:ext cx="2495723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3BE56351-6BA3-E9B0-B16D-BD2FF919AD60}"/>
              </a:ext>
            </a:extLst>
          </p:cNvPr>
          <p:cNvSpPr/>
          <p:nvPr/>
        </p:nvSpPr>
        <p:spPr>
          <a:xfrm>
            <a:off x="18683637" y="7093495"/>
            <a:ext cx="2495722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  <p:sp>
        <p:nvSpPr>
          <p:cNvPr id="15" name="Google Shape;90;p15">
            <a:extLst>
              <a:ext uri="{FF2B5EF4-FFF2-40B4-BE49-F238E27FC236}">
                <a16:creationId xmlns:a16="http://schemas.microsoft.com/office/drawing/2014/main" id="{EBC27A8F-5E9A-4A61-4EC7-F6F65C27B729}"/>
              </a:ext>
            </a:extLst>
          </p:cNvPr>
          <p:cNvSpPr/>
          <p:nvPr/>
        </p:nvSpPr>
        <p:spPr>
          <a:xfrm>
            <a:off x="18664347" y="7801665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latin typeface="Consolas"/>
                <a:ea typeface="Consolas"/>
                <a:cs typeface="Consolas"/>
                <a:sym typeface="Consolas"/>
              </a:rPr>
              <a:t>Create a first version of the implementation of e</a:t>
            </a: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very User Story</a:t>
            </a:r>
            <a:endParaRPr lang="en-US" sz="18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88;p15">
            <a:extLst>
              <a:ext uri="{FF2B5EF4-FFF2-40B4-BE49-F238E27FC236}">
                <a16:creationId xmlns:a16="http://schemas.microsoft.com/office/drawing/2014/main" id="{3B52DF63-6A91-CCFE-7330-70F403F4B270}"/>
              </a:ext>
            </a:extLst>
          </p:cNvPr>
          <p:cNvSpPr/>
          <p:nvPr/>
        </p:nvSpPr>
        <p:spPr>
          <a:xfrm>
            <a:off x="18668885" y="9857596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Sequence Diagrams of each implementation</a:t>
            </a:r>
          </a:p>
        </p:txBody>
      </p:sp>
      <p:sp>
        <p:nvSpPr>
          <p:cNvPr id="14" name="Google Shape;88;p15">
            <a:extLst>
              <a:ext uri="{FF2B5EF4-FFF2-40B4-BE49-F238E27FC236}">
                <a16:creationId xmlns:a16="http://schemas.microsoft.com/office/drawing/2014/main" id="{26C7D858-63F8-2AC5-4776-25784EF16B6D}"/>
              </a:ext>
            </a:extLst>
          </p:cNvPr>
          <p:cNvSpPr/>
          <p:nvPr/>
        </p:nvSpPr>
        <p:spPr>
          <a:xfrm>
            <a:off x="18611675" y="9558501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Class Diagrams of each implementation</a:t>
            </a:r>
          </a:p>
        </p:txBody>
      </p:sp>
      <p:sp>
        <p:nvSpPr>
          <p:cNvPr id="16" name="Google Shape;88;p15">
            <a:extLst>
              <a:ext uri="{FF2B5EF4-FFF2-40B4-BE49-F238E27FC236}">
                <a16:creationId xmlns:a16="http://schemas.microsoft.com/office/drawing/2014/main" id="{FDE65846-1F95-18A3-CCA8-1DA2CB70A385}"/>
              </a:ext>
            </a:extLst>
          </p:cNvPr>
          <p:cNvSpPr/>
          <p:nvPr/>
        </p:nvSpPr>
        <p:spPr>
          <a:xfrm>
            <a:off x="18654134" y="9112789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Final Version of each implementation</a:t>
            </a:r>
          </a:p>
        </p:txBody>
      </p:sp>
      <p:sp>
        <p:nvSpPr>
          <p:cNvPr id="18" name="Google Shape;88;p15">
            <a:extLst>
              <a:ext uri="{FF2B5EF4-FFF2-40B4-BE49-F238E27FC236}">
                <a16:creationId xmlns:a16="http://schemas.microsoft.com/office/drawing/2014/main" id="{7DFE85EC-F6AB-9F7B-5B90-0B4B169C0AAA}"/>
              </a:ext>
            </a:extLst>
          </p:cNvPr>
          <p:cNvSpPr/>
          <p:nvPr/>
        </p:nvSpPr>
        <p:spPr>
          <a:xfrm>
            <a:off x="15532407" y="849419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Unit tests for each implementation </a:t>
            </a:r>
          </a:p>
        </p:txBody>
      </p:sp>
      <p:sp>
        <p:nvSpPr>
          <p:cNvPr id="19" name="Google Shape;88;p15">
            <a:extLst>
              <a:ext uri="{FF2B5EF4-FFF2-40B4-BE49-F238E27FC236}">
                <a16:creationId xmlns:a16="http://schemas.microsoft.com/office/drawing/2014/main" id="{244DDBD6-8645-A64B-66C9-ADFD423E5259}"/>
              </a:ext>
            </a:extLst>
          </p:cNvPr>
          <p:cNvSpPr/>
          <p:nvPr/>
        </p:nvSpPr>
        <p:spPr>
          <a:xfrm>
            <a:off x="12471927" y="2079141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Demo video of the new features in the game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88;p15">
            <a:extLst>
              <a:ext uri="{FF2B5EF4-FFF2-40B4-BE49-F238E27FC236}">
                <a16:creationId xmlns:a16="http://schemas.microsoft.com/office/drawing/2014/main" id="{27DF9D59-1BA8-F9A3-C545-48BE2DACB34C}"/>
              </a:ext>
            </a:extLst>
          </p:cNvPr>
          <p:cNvSpPr/>
          <p:nvPr/>
        </p:nvSpPr>
        <p:spPr>
          <a:xfrm>
            <a:off x="12470407" y="3364291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Video of the progress of the scrum board</a:t>
            </a:r>
          </a:p>
        </p:txBody>
      </p:sp>
    </p:spTree>
    <p:extLst>
      <p:ext uri="{BB962C8B-B14F-4D97-AF65-F5344CB8AC3E}">
        <p14:creationId xmlns:p14="http://schemas.microsoft.com/office/powerpoint/2010/main" val="3644280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729034A4-8D7B-5C52-189F-88D108DB2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55AFE232-AEB7-59CD-F2C4-E80E2482AA91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1CB76693-B42F-4273-8531-C85F8D93861D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34B11A4-F85E-715E-0565-F5B39A6958A1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EAF0306E-AEE6-6255-C43C-E42344E650D6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A817FC9C-DA5C-D99D-F4D7-A302CD0BB2E9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3AAE8C3B-9A4A-55DC-47C4-1627EC9EEB3A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F761D662-D63D-7E0C-F052-91AFB1AB7BF0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35EFB630-84FE-8BA6-75CE-D0C51BFD2906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0CB0216C-A0D0-BE56-237D-9A29A0B3BC08}"/>
              </a:ext>
            </a:extLst>
          </p:cNvPr>
          <p:cNvSpPr/>
          <p:nvPr/>
        </p:nvSpPr>
        <p:spPr>
          <a:xfrm>
            <a:off x="3259795" y="517140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CCAE8486-51D0-D9A3-7264-3AC77E168048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12F79DDE-0D39-676F-95BD-0FE7111BB3C8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FD4BBC67-FB28-B4E3-9D56-FED5E2CDA46B}"/>
              </a:ext>
            </a:extLst>
          </p:cNvPr>
          <p:cNvSpPr/>
          <p:nvPr/>
        </p:nvSpPr>
        <p:spPr>
          <a:xfrm>
            <a:off x="18668887" y="2681513"/>
            <a:ext cx="2491725" cy="110155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2509EE81-E237-DDFF-A2A3-8D4CA7944486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CCD2EE94-2332-6C17-0B23-20F847E5AB9D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9D3B3AD6-C70F-C8A4-1916-DB71CACF5358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AD4E811D-1E1E-55A1-4AB1-2737CFA16D7C}"/>
              </a:ext>
            </a:extLst>
          </p:cNvPr>
          <p:cNvSpPr/>
          <p:nvPr/>
        </p:nvSpPr>
        <p:spPr>
          <a:xfrm>
            <a:off x="405410" y="6982925"/>
            <a:ext cx="1867580" cy="37325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1: </a:t>
            </a:r>
            <a:r>
              <a:rPr lang="en-US" dirty="0">
                <a:latin typeface="Consolas" panose="020B0609020204030204" pitchFamily="49" charset="0"/>
              </a:rPr>
              <a:t>As a player, I want to be able to place customizable markers on the map to identify important areas, so that I can better organize my base and communicate with myself throughout the game.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C4476F79-0E72-CB1F-24BC-B9BA2EA80428}"/>
              </a:ext>
            </a:extLst>
          </p:cNvPr>
          <p:cNvSpPr/>
          <p:nvPr/>
        </p:nvSpPr>
        <p:spPr>
          <a:xfrm>
            <a:off x="18683637" y="3151744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3FD9CC3A-AF78-88D2-8F81-24726FEA2D62}"/>
              </a:ext>
            </a:extLst>
          </p:cNvPr>
          <p:cNvSpPr/>
          <p:nvPr/>
        </p:nvSpPr>
        <p:spPr>
          <a:xfrm>
            <a:off x="18667367" y="3895475"/>
            <a:ext cx="249324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95D97034-302C-45E9-783E-8E71DC728559}"/>
              </a:ext>
            </a:extLst>
          </p:cNvPr>
          <p:cNvSpPr/>
          <p:nvPr/>
        </p:nvSpPr>
        <p:spPr>
          <a:xfrm>
            <a:off x="18633867" y="4583808"/>
            <a:ext cx="2560243" cy="146481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90;p15">
            <a:extLst>
              <a:ext uri="{FF2B5EF4-FFF2-40B4-BE49-F238E27FC236}">
                <a16:creationId xmlns:a16="http://schemas.microsoft.com/office/drawing/2014/main" id="{3C1B47B7-B6E5-5688-84FD-C4CB39A2B362}"/>
              </a:ext>
            </a:extLst>
          </p:cNvPr>
          <p:cNvSpPr/>
          <p:nvPr/>
        </p:nvSpPr>
        <p:spPr>
          <a:xfrm>
            <a:off x="18664347" y="5271690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Update all User Stories with final functionalities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0;p15">
            <a:extLst>
              <a:ext uri="{FF2B5EF4-FFF2-40B4-BE49-F238E27FC236}">
                <a16:creationId xmlns:a16="http://schemas.microsoft.com/office/drawing/2014/main" id="{4E169F7F-AA49-CFA5-F0BE-27A144CEF6E0}"/>
              </a:ext>
            </a:extLst>
          </p:cNvPr>
          <p:cNvSpPr/>
          <p:nvPr/>
        </p:nvSpPr>
        <p:spPr>
          <a:xfrm>
            <a:off x="18664889" y="6220359"/>
            <a:ext cx="2495723" cy="156110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Create User Cases Diagrams for each User Story</a:t>
            </a:r>
          </a:p>
        </p:txBody>
      </p: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4E7053F9-B541-3422-E430-E7C80701BF4C}"/>
              </a:ext>
            </a:extLst>
          </p:cNvPr>
          <p:cNvSpPr/>
          <p:nvPr/>
        </p:nvSpPr>
        <p:spPr>
          <a:xfrm>
            <a:off x="18683637" y="7093495"/>
            <a:ext cx="2495722" cy="127878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Write Use Case textual descriptions</a:t>
            </a:r>
          </a:p>
        </p:txBody>
      </p:sp>
      <p:sp>
        <p:nvSpPr>
          <p:cNvPr id="15" name="Google Shape;90;p15">
            <a:extLst>
              <a:ext uri="{FF2B5EF4-FFF2-40B4-BE49-F238E27FC236}">
                <a16:creationId xmlns:a16="http://schemas.microsoft.com/office/drawing/2014/main" id="{8ED0E984-CB8E-5D3B-FE96-252AFA5849A1}"/>
              </a:ext>
            </a:extLst>
          </p:cNvPr>
          <p:cNvSpPr/>
          <p:nvPr/>
        </p:nvSpPr>
        <p:spPr>
          <a:xfrm>
            <a:off x="18664347" y="7801665"/>
            <a:ext cx="2495724" cy="164142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latin typeface="Consolas"/>
                <a:ea typeface="Consolas"/>
                <a:cs typeface="Consolas"/>
                <a:sym typeface="Consolas"/>
              </a:rPr>
              <a:t>Create a first version of the implementation of e</a:t>
            </a:r>
            <a:r>
              <a:rPr lang="en-US" sz="1800" dirty="0">
                <a:latin typeface="Consolas"/>
                <a:ea typeface="Consolas"/>
                <a:cs typeface="Consolas"/>
                <a:sym typeface="Consolas"/>
              </a:rPr>
              <a:t>very User Story</a:t>
            </a:r>
            <a:endParaRPr lang="en-US" sz="18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88;p15">
            <a:extLst>
              <a:ext uri="{FF2B5EF4-FFF2-40B4-BE49-F238E27FC236}">
                <a16:creationId xmlns:a16="http://schemas.microsoft.com/office/drawing/2014/main" id="{1BEC41CD-6D18-BAD1-7246-907B65C11CC3}"/>
              </a:ext>
            </a:extLst>
          </p:cNvPr>
          <p:cNvSpPr/>
          <p:nvPr/>
        </p:nvSpPr>
        <p:spPr>
          <a:xfrm>
            <a:off x="18668885" y="9857596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Sequence Diagrams of each implementation</a:t>
            </a:r>
          </a:p>
        </p:txBody>
      </p:sp>
      <p:sp>
        <p:nvSpPr>
          <p:cNvPr id="14" name="Google Shape;88;p15">
            <a:extLst>
              <a:ext uri="{FF2B5EF4-FFF2-40B4-BE49-F238E27FC236}">
                <a16:creationId xmlns:a16="http://schemas.microsoft.com/office/drawing/2014/main" id="{1A93F9B1-84B7-3919-4A3B-B916400A004D}"/>
              </a:ext>
            </a:extLst>
          </p:cNvPr>
          <p:cNvSpPr/>
          <p:nvPr/>
        </p:nvSpPr>
        <p:spPr>
          <a:xfrm>
            <a:off x="18611675" y="9558501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Class Diagrams of each implementation</a:t>
            </a:r>
          </a:p>
        </p:txBody>
      </p:sp>
      <p:sp>
        <p:nvSpPr>
          <p:cNvPr id="16" name="Google Shape;88;p15">
            <a:extLst>
              <a:ext uri="{FF2B5EF4-FFF2-40B4-BE49-F238E27FC236}">
                <a16:creationId xmlns:a16="http://schemas.microsoft.com/office/drawing/2014/main" id="{CDA1E55B-FCC0-2309-5F1B-2AA6AE9267AD}"/>
              </a:ext>
            </a:extLst>
          </p:cNvPr>
          <p:cNvSpPr/>
          <p:nvPr/>
        </p:nvSpPr>
        <p:spPr>
          <a:xfrm>
            <a:off x="18654134" y="9112789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Final Version of each implementation</a:t>
            </a:r>
          </a:p>
        </p:txBody>
      </p:sp>
      <p:sp>
        <p:nvSpPr>
          <p:cNvPr id="18" name="Google Shape;88;p15">
            <a:extLst>
              <a:ext uri="{FF2B5EF4-FFF2-40B4-BE49-F238E27FC236}">
                <a16:creationId xmlns:a16="http://schemas.microsoft.com/office/drawing/2014/main" id="{7BC3263F-7D3C-D306-95E2-BFB337FED4E4}"/>
              </a:ext>
            </a:extLst>
          </p:cNvPr>
          <p:cNvSpPr/>
          <p:nvPr/>
        </p:nvSpPr>
        <p:spPr>
          <a:xfrm>
            <a:off x="18611674" y="9830661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Unit tests for each implementation </a:t>
            </a:r>
          </a:p>
        </p:txBody>
      </p:sp>
      <p:sp>
        <p:nvSpPr>
          <p:cNvPr id="19" name="Google Shape;88;p15">
            <a:extLst>
              <a:ext uri="{FF2B5EF4-FFF2-40B4-BE49-F238E27FC236}">
                <a16:creationId xmlns:a16="http://schemas.microsoft.com/office/drawing/2014/main" id="{3A52301E-7B30-1FAE-3B27-E5D68B45E58D}"/>
              </a:ext>
            </a:extLst>
          </p:cNvPr>
          <p:cNvSpPr/>
          <p:nvPr/>
        </p:nvSpPr>
        <p:spPr>
          <a:xfrm>
            <a:off x="18683637" y="7474879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Demo video of the new features in the game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88;p15">
            <a:extLst>
              <a:ext uri="{FF2B5EF4-FFF2-40B4-BE49-F238E27FC236}">
                <a16:creationId xmlns:a16="http://schemas.microsoft.com/office/drawing/2014/main" id="{D680EE9A-DCFB-B754-3855-3F6FF76D443F}"/>
              </a:ext>
            </a:extLst>
          </p:cNvPr>
          <p:cNvSpPr/>
          <p:nvPr/>
        </p:nvSpPr>
        <p:spPr>
          <a:xfrm>
            <a:off x="18725151" y="8746222"/>
            <a:ext cx="2525225" cy="83755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Video of the progress of the scrum board</a:t>
            </a:r>
          </a:p>
        </p:txBody>
      </p:sp>
    </p:spTree>
    <p:extLst>
      <p:ext uri="{BB962C8B-B14F-4D97-AF65-F5344CB8AC3E}">
        <p14:creationId xmlns:p14="http://schemas.microsoft.com/office/powerpoint/2010/main" val="262514835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1458</Words>
  <Application>Microsoft Office PowerPoint</Application>
  <PresentationFormat>Personalizados</PresentationFormat>
  <Paragraphs>190</Paragraphs>
  <Slides>9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2" baseType="lpstr">
      <vt:lpstr>Arial</vt:lpstr>
      <vt:lpstr>Consolas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Leandro Rodrigues</dc:creator>
  <cp:lastModifiedBy>Filipe Moreira Braz Nobre</cp:lastModifiedBy>
  <cp:revision>24</cp:revision>
  <dcterms:modified xsi:type="dcterms:W3CDTF">2025-12-03T22:27:32Z</dcterms:modified>
</cp:coreProperties>
</file>