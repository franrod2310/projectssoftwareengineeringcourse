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6"/>
  </p:notesMasterIdLst>
  <p:sldIdLst>
    <p:sldId id="256" r:id="rId2"/>
    <p:sldId id="257" r:id="rId3"/>
    <p:sldId id="264" r:id="rId4"/>
    <p:sldId id="263" r:id="rId5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763" y="206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6B0C9F3-30BD-9812-462E-4AA20D29B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3C59B85E-343F-5489-3940-A06EC3A439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CA367FC2-FE75-43A8-1D69-937E6B4F0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590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94A15492-BB6D-6EDD-3E0F-613AFA3F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5C325581-318E-7C60-4414-25A738B1F62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0A9F6BCA-F1EA-03A0-83F6-8E741D955654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CAAC3E4-D095-5205-3175-51E505B61B70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AA58BE0-86E5-9DB3-6413-A2770A18E8A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AB320CA-0493-0D65-AFD5-17EB953027D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07B39276-9AD9-67C0-2C1F-34D62026ED7F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B0560FFA-D4F6-E49E-FD02-E60FD8EBD00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FFCB1D51-2D8E-F225-4241-FD30842395B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336F24EC-533B-0B81-0960-48E61050505F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 b="1" dirty="0">
                <a:latin typeface="Consolas"/>
                <a:ea typeface="Consolas"/>
                <a:cs typeface="Consolas"/>
                <a:sym typeface="Consolas"/>
              </a:rPr>
              <a:t>Everyone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76FC83AC-D357-D683-0AFD-6391125A141C}"/>
              </a:ext>
            </a:extLst>
          </p:cNvPr>
          <p:cNvSpPr/>
          <p:nvPr/>
        </p:nvSpPr>
        <p:spPr>
          <a:xfrm>
            <a:off x="9365775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000" dirty="0">
                <a:latin typeface="Consolas"/>
                <a:ea typeface="Consolas"/>
                <a:cs typeface="Consolas"/>
                <a:sym typeface="Consolas"/>
              </a:rPr>
              <a:t>Find 3 </a:t>
            </a:r>
            <a:r>
              <a:rPr lang="pt-PT" sz="2000" dirty="0" err="1">
                <a:latin typeface="Consolas"/>
                <a:ea typeface="Consolas"/>
                <a:cs typeface="Consolas"/>
                <a:sym typeface="Consolas"/>
              </a:rPr>
              <a:t>code</a:t>
            </a:r>
            <a:r>
              <a:rPr lang="pt-PT" sz="200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sz="2000" dirty="0" err="1">
                <a:latin typeface="Consolas"/>
                <a:ea typeface="Consolas"/>
                <a:cs typeface="Consolas"/>
                <a:sym typeface="Consolas"/>
              </a:rPr>
              <a:t>smells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711F6AF6-DAC4-0CE8-964D-D1D5FB7F2355}"/>
              </a:ext>
            </a:extLst>
          </p:cNvPr>
          <p:cNvSpPr/>
          <p:nvPr/>
        </p:nvSpPr>
        <p:spPr>
          <a:xfrm>
            <a:off x="9365775" y="268686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000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sz="200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sz="2000" dirty="0" err="1">
                <a:latin typeface="Consolas"/>
                <a:ea typeface="Consolas"/>
                <a:cs typeface="Consolas"/>
                <a:sym typeface="Consolas"/>
              </a:rPr>
              <a:t>other’s</a:t>
            </a:r>
            <a:r>
              <a:rPr lang="pt-PT" sz="2000" dirty="0">
                <a:latin typeface="Consolas"/>
                <a:ea typeface="Consolas"/>
                <a:cs typeface="Consolas"/>
                <a:sym typeface="Consolas"/>
              </a:rPr>
              <a:t> 3 </a:t>
            </a:r>
            <a:r>
              <a:rPr lang="pt-PT" sz="2000" dirty="0" err="1">
                <a:latin typeface="Consolas"/>
                <a:ea typeface="Consolas"/>
                <a:cs typeface="Consolas"/>
                <a:sym typeface="Consolas"/>
              </a:rPr>
              <a:t>code</a:t>
            </a:r>
            <a:r>
              <a:rPr lang="pt-PT" sz="200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sz="2000" dirty="0" err="1">
                <a:latin typeface="Consolas"/>
                <a:ea typeface="Consolas"/>
                <a:cs typeface="Consolas"/>
                <a:sym typeface="Consolas"/>
              </a:rPr>
              <a:t>smells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82C67DC8-6EE3-758E-1B7D-B02DC38A28DF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5B12E97-696A-549F-0B49-DAA02A47AF1F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D88B46FF-7411-BD90-007B-73357DC0A224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1D38C6BA-D637-2226-9135-574BF5689915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GB" dirty="0">
                <a:latin typeface="Consolas" panose="020B0609020204030204" pitchFamily="49" charset="0"/>
              </a:rPr>
              <a:t>As a player brand new to </a:t>
            </a:r>
            <a:r>
              <a:rPr lang="en-GB" dirty="0" err="1">
                <a:latin typeface="Consolas" panose="020B0609020204030204" pitchFamily="49" charset="0"/>
              </a:rPr>
              <a:t>Mindustry</a:t>
            </a:r>
            <a:r>
              <a:rPr lang="en-GB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GB" dirty="0"/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785E36BD-4181-7E9A-9747-D8049CA0431D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F013D15B-437E-B68A-AB6B-D29EC9FFCF1F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28206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133</Words>
  <Application>Microsoft Office PowerPoint</Application>
  <PresentationFormat>Personalizados</PresentationFormat>
  <Paragraphs>17</Paragraphs>
  <Slides>4</Slides>
  <Notes>4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7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Luís Daniel Caramelo Muacho</cp:lastModifiedBy>
  <cp:revision>5</cp:revision>
  <dcterms:modified xsi:type="dcterms:W3CDTF">2025-10-29T09:39:30Z</dcterms:modified>
</cp:coreProperties>
</file>